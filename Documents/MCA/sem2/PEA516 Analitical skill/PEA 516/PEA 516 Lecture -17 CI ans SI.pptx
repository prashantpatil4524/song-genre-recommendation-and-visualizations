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5" r:id="rId1"/>
  </p:sldMasterIdLst>
  <p:sldIdLst>
    <p:sldId id="319" r:id="rId2"/>
    <p:sldId id="365" r:id="rId3"/>
    <p:sldId id="362" r:id="rId4"/>
    <p:sldId id="358" r:id="rId5"/>
    <p:sldId id="357" r:id="rId6"/>
    <p:sldId id="359" r:id="rId7"/>
    <p:sldId id="360" r:id="rId8"/>
    <p:sldId id="361" r:id="rId9"/>
    <p:sldId id="352" r:id="rId10"/>
    <p:sldId id="364" r:id="rId11"/>
    <p:sldId id="363" r:id="rId12"/>
    <p:sldId id="366" r:id="rId13"/>
    <p:sldId id="367" r:id="rId14"/>
    <p:sldId id="356" r:id="rId15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3D348E-1069-47D6-8CD0-F088924C345E}" v="1" dt="2025-01-07T09:14:47.6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9" autoAdjust="0"/>
    <p:restoredTop sz="94660" autoAdjust="0"/>
  </p:normalViewPr>
  <p:slideViewPr>
    <p:cSldViewPr snapToGrid="0">
      <p:cViewPr>
        <p:scale>
          <a:sx n="81" d="100"/>
          <a:sy n="81" d="100"/>
        </p:scale>
        <p:origin x="-1068" y="-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20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shek Raj" userId="14d70dd8ca596344" providerId="LiveId" clId="{683D348E-1069-47D6-8CD0-F088924C345E}"/>
    <pc:docChg chg="undo custSel addSld delSld modSld sldOrd">
      <pc:chgData name="Abhishek Raj" userId="14d70dd8ca596344" providerId="LiveId" clId="{683D348E-1069-47D6-8CD0-F088924C345E}" dt="2025-01-08T05:27:07.526" v="552" actId="20577"/>
      <pc:docMkLst>
        <pc:docMk/>
      </pc:docMkLst>
      <pc:sldChg chg="delSp modSp mod">
        <pc:chgData name="Abhishek Raj" userId="14d70dd8ca596344" providerId="LiveId" clId="{683D348E-1069-47D6-8CD0-F088924C345E}" dt="2025-01-08T05:27:07.526" v="552" actId="20577"/>
        <pc:sldMkLst>
          <pc:docMk/>
          <pc:sldMk cId="0" sldId="319"/>
        </pc:sldMkLst>
        <pc:spChg chg="mod">
          <ac:chgData name="Abhishek Raj" userId="14d70dd8ca596344" providerId="LiveId" clId="{683D348E-1069-47D6-8CD0-F088924C345E}" dt="2025-01-08T05:27:07.526" v="552" actId="20577"/>
          <ac:spMkLst>
            <pc:docMk/>
            <pc:sldMk cId="0" sldId="319"/>
            <ac:spMk id="5" creationId="{00000000-0000-0000-0000-000000000000}"/>
          </ac:spMkLst>
        </pc:spChg>
        <pc:picChg chg="del mod">
          <ac:chgData name="Abhishek Raj" userId="14d70dd8ca596344" providerId="LiveId" clId="{683D348E-1069-47D6-8CD0-F088924C345E}" dt="2025-01-08T05:26:47.326" v="516" actId="478"/>
          <ac:picMkLst>
            <pc:docMk/>
            <pc:sldMk cId="0" sldId="319"/>
            <ac:picMk id="4" creationId="{00000000-0000-0000-0000-000000000000}"/>
          </ac:picMkLst>
        </pc:picChg>
      </pc:sldChg>
      <pc:sldChg chg="del">
        <pc:chgData name="Abhishek Raj" userId="14d70dd8ca596344" providerId="LiveId" clId="{683D348E-1069-47D6-8CD0-F088924C345E}" dt="2025-01-07T08:27:34.313" v="132" actId="47"/>
        <pc:sldMkLst>
          <pc:docMk/>
          <pc:sldMk cId="0" sldId="320"/>
        </pc:sldMkLst>
      </pc:sldChg>
      <pc:sldChg chg="del">
        <pc:chgData name="Abhishek Raj" userId="14d70dd8ca596344" providerId="LiveId" clId="{683D348E-1069-47D6-8CD0-F088924C345E}" dt="2025-01-07T08:27:35.309" v="133" actId="47"/>
        <pc:sldMkLst>
          <pc:docMk/>
          <pc:sldMk cId="0" sldId="321"/>
        </pc:sldMkLst>
      </pc:sldChg>
      <pc:sldChg chg="del">
        <pc:chgData name="Abhishek Raj" userId="14d70dd8ca596344" providerId="LiveId" clId="{683D348E-1069-47D6-8CD0-F088924C345E}" dt="2025-01-07T08:27:35.707" v="134" actId="47"/>
        <pc:sldMkLst>
          <pc:docMk/>
          <pc:sldMk cId="0" sldId="322"/>
        </pc:sldMkLst>
      </pc:sldChg>
      <pc:sldChg chg="del">
        <pc:chgData name="Abhishek Raj" userId="14d70dd8ca596344" providerId="LiveId" clId="{683D348E-1069-47D6-8CD0-F088924C345E}" dt="2025-01-07T08:27:35.868" v="135" actId="47"/>
        <pc:sldMkLst>
          <pc:docMk/>
          <pc:sldMk cId="0" sldId="323"/>
        </pc:sldMkLst>
      </pc:sldChg>
      <pc:sldChg chg="del">
        <pc:chgData name="Abhishek Raj" userId="14d70dd8ca596344" providerId="LiveId" clId="{683D348E-1069-47D6-8CD0-F088924C345E}" dt="2025-01-07T08:27:36.011" v="136" actId="47"/>
        <pc:sldMkLst>
          <pc:docMk/>
          <pc:sldMk cId="0" sldId="324"/>
        </pc:sldMkLst>
      </pc:sldChg>
      <pc:sldChg chg="del">
        <pc:chgData name="Abhishek Raj" userId="14d70dd8ca596344" providerId="LiveId" clId="{683D348E-1069-47D6-8CD0-F088924C345E}" dt="2025-01-07T08:27:36.170" v="137" actId="47"/>
        <pc:sldMkLst>
          <pc:docMk/>
          <pc:sldMk cId="0" sldId="325"/>
        </pc:sldMkLst>
      </pc:sldChg>
      <pc:sldChg chg="del">
        <pc:chgData name="Abhishek Raj" userId="14d70dd8ca596344" providerId="LiveId" clId="{683D348E-1069-47D6-8CD0-F088924C345E}" dt="2025-01-07T08:27:37.586" v="146" actId="47"/>
        <pc:sldMkLst>
          <pc:docMk/>
          <pc:sldMk cId="0" sldId="326"/>
        </pc:sldMkLst>
      </pc:sldChg>
      <pc:sldChg chg="del">
        <pc:chgData name="Abhishek Raj" userId="14d70dd8ca596344" providerId="LiveId" clId="{683D348E-1069-47D6-8CD0-F088924C345E}" dt="2025-01-07T08:27:37.730" v="147" actId="47"/>
        <pc:sldMkLst>
          <pc:docMk/>
          <pc:sldMk cId="0" sldId="327"/>
        </pc:sldMkLst>
      </pc:sldChg>
      <pc:sldChg chg="del">
        <pc:chgData name="Abhishek Raj" userId="14d70dd8ca596344" providerId="LiveId" clId="{683D348E-1069-47D6-8CD0-F088924C345E}" dt="2025-01-07T08:27:36.271" v="138" actId="47"/>
        <pc:sldMkLst>
          <pc:docMk/>
          <pc:sldMk cId="0" sldId="329"/>
        </pc:sldMkLst>
      </pc:sldChg>
      <pc:sldChg chg="del">
        <pc:chgData name="Abhishek Raj" userId="14d70dd8ca596344" providerId="LiveId" clId="{683D348E-1069-47D6-8CD0-F088924C345E}" dt="2025-01-07T08:27:38.056" v="148" actId="47"/>
        <pc:sldMkLst>
          <pc:docMk/>
          <pc:sldMk cId="0" sldId="330"/>
        </pc:sldMkLst>
      </pc:sldChg>
      <pc:sldChg chg="del ord">
        <pc:chgData name="Abhishek Raj" userId="14d70dd8ca596344" providerId="LiveId" clId="{683D348E-1069-47D6-8CD0-F088924C345E}" dt="2025-01-07T09:15:16.015" v="247" actId="2696"/>
        <pc:sldMkLst>
          <pc:docMk/>
          <pc:sldMk cId="0" sldId="331"/>
        </pc:sldMkLst>
      </pc:sldChg>
      <pc:sldChg chg="del">
        <pc:chgData name="Abhishek Raj" userId="14d70dd8ca596344" providerId="LiveId" clId="{683D348E-1069-47D6-8CD0-F088924C345E}" dt="2025-01-07T08:28:37.651" v="153" actId="47"/>
        <pc:sldMkLst>
          <pc:docMk/>
          <pc:sldMk cId="0" sldId="332"/>
        </pc:sldMkLst>
      </pc:sldChg>
      <pc:sldChg chg="add del">
        <pc:chgData name="Abhishek Raj" userId="14d70dd8ca596344" providerId="LiveId" clId="{683D348E-1069-47D6-8CD0-F088924C345E}" dt="2025-01-07T09:00:27.643" v="187" actId="47"/>
        <pc:sldMkLst>
          <pc:docMk/>
          <pc:sldMk cId="0" sldId="333"/>
        </pc:sldMkLst>
      </pc:sldChg>
      <pc:sldChg chg="del">
        <pc:chgData name="Abhishek Raj" userId="14d70dd8ca596344" providerId="LiveId" clId="{683D348E-1069-47D6-8CD0-F088924C345E}" dt="2025-01-07T09:00:29.781" v="188" actId="47"/>
        <pc:sldMkLst>
          <pc:docMk/>
          <pc:sldMk cId="0" sldId="334"/>
        </pc:sldMkLst>
      </pc:sldChg>
      <pc:sldChg chg="del">
        <pc:chgData name="Abhishek Raj" userId="14d70dd8ca596344" providerId="LiveId" clId="{683D348E-1069-47D6-8CD0-F088924C345E}" dt="2025-01-07T09:00:30.391" v="191" actId="47"/>
        <pc:sldMkLst>
          <pc:docMk/>
          <pc:sldMk cId="0" sldId="335"/>
        </pc:sldMkLst>
      </pc:sldChg>
      <pc:sldChg chg="del">
        <pc:chgData name="Abhishek Raj" userId="14d70dd8ca596344" providerId="LiveId" clId="{683D348E-1069-47D6-8CD0-F088924C345E}" dt="2025-01-07T09:00:31.350" v="195" actId="47"/>
        <pc:sldMkLst>
          <pc:docMk/>
          <pc:sldMk cId="3533200179" sldId="336"/>
        </pc:sldMkLst>
      </pc:sldChg>
      <pc:sldChg chg="del">
        <pc:chgData name="Abhishek Raj" userId="14d70dd8ca596344" providerId="LiveId" clId="{683D348E-1069-47D6-8CD0-F088924C345E}" dt="2025-01-07T09:00:30.850" v="194" actId="47"/>
        <pc:sldMkLst>
          <pc:docMk/>
          <pc:sldMk cId="0" sldId="337"/>
        </pc:sldMkLst>
      </pc:sldChg>
      <pc:sldChg chg="del">
        <pc:chgData name="Abhishek Raj" userId="14d70dd8ca596344" providerId="LiveId" clId="{683D348E-1069-47D6-8CD0-F088924C345E}" dt="2025-01-07T09:00:30.668" v="193" actId="47"/>
        <pc:sldMkLst>
          <pc:docMk/>
          <pc:sldMk cId="0" sldId="338"/>
        </pc:sldMkLst>
      </pc:sldChg>
      <pc:sldChg chg="del">
        <pc:chgData name="Abhishek Raj" userId="14d70dd8ca596344" providerId="LiveId" clId="{683D348E-1069-47D6-8CD0-F088924C345E}" dt="2025-01-07T08:34:32.775" v="157" actId="47"/>
        <pc:sldMkLst>
          <pc:docMk/>
          <pc:sldMk cId="0" sldId="339"/>
        </pc:sldMkLst>
      </pc:sldChg>
      <pc:sldChg chg="del">
        <pc:chgData name="Abhishek Raj" userId="14d70dd8ca596344" providerId="LiveId" clId="{683D348E-1069-47D6-8CD0-F088924C345E}" dt="2025-01-07T08:27:36.392" v="139" actId="47"/>
        <pc:sldMkLst>
          <pc:docMk/>
          <pc:sldMk cId="1718057426" sldId="340"/>
        </pc:sldMkLst>
      </pc:sldChg>
      <pc:sldChg chg="del">
        <pc:chgData name="Abhishek Raj" userId="14d70dd8ca596344" providerId="LiveId" clId="{683D348E-1069-47D6-8CD0-F088924C345E}" dt="2025-01-07T08:27:36.637" v="140" actId="47"/>
        <pc:sldMkLst>
          <pc:docMk/>
          <pc:sldMk cId="2392166669" sldId="341"/>
        </pc:sldMkLst>
      </pc:sldChg>
      <pc:sldChg chg="del">
        <pc:chgData name="Abhishek Raj" userId="14d70dd8ca596344" providerId="LiveId" clId="{683D348E-1069-47D6-8CD0-F088924C345E}" dt="2025-01-07T08:27:36.838" v="142" actId="47"/>
        <pc:sldMkLst>
          <pc:docMk/>
          <pc:sldMk cId="492676644" sldId="342"/>
        </pc:sldMkLst>
      </pc:sldChg>
      <pc:sldChg chg="del">
        <pc:chgData name="Abhishek Raj" userId="14d70dd8ca596344" providerId="LiveId" clId="{683D348E-1069-47D6-8CD0-F088924C345E}" dt="2025-01-07T08:27:36.962" v="143" actId="47"/>
        <pc:sldMkLst>
          <pc:docMk/>
          <pc:sldMk cId="2674417559" sldId="343"/>
        </pc:sldMkLst>
      </pc:sldChg>
      <pc:sldChg chg="del">
        <pc:chgData name="Abhishek Raj" userId="14d70dd8ca596344" providerId="LiveId" clId="{683D348E-1069-47D6-8CD0-F088924C345E}" dt="2025-01-07T08:27:37.336" v="144" actId="47"/>
        <pc:sldMkLst>
          <pc:docMk/>
          <pc:sldMk cId="3935782046" sldId="344"/>
        </pc:sldMkLst>
      </pc:sldChg>
      <pc:sldChg chg="del">
        <pc:chgData name="Abhishek Raj" userId="14d70dd8ca596344" providerId="LiveId" clId="{683D348E-1069-47D6-8CD0-F088924C345E}" dt="2025-01-07T08:27:37.446" v="145" actId="47"/>
        <pc:sldMkLst>
          <pc:docMk/>
          <pc:sldMk cId="4038749637" sldId="345"/>
        </pc:sldMkLst>
      </pc:sldChg>
      <pc:sldChg chg="del">
        <pc:chgData name="Abhishek Raj" userId="14d70dd8ca596344" providerId="LiveId" clId="{683D348E-1069-47D6-8CD0-F088924C345E}" dt="2025-01-07T08:27:36.741" v="141" actId="47"/>
        <pc:sldMkLst>
          <pc:docMk/>
          <pc:sldMk cId="3300218740" sldId="346"/>
        </pc:sldMkLst>
      </pc:sldChg>
      <pc:sldChg chg="del">
        <pc:chgData name="Abhishek Raj" userId="14d70dd8ca596344" providerId="LiveId" clId="{683D348E-1069-47D6-8CD0-F088924C345E}" dt="2025-01-07T09:00:30.096" v="189" actId="47"/>
        <pc:sldMkLst>
          <pc:docMk/>
          <pc:sldMk cId="2702623516" sldId="347"/>
        </pc:sldMkLst>
      </pc:sldChg>
      <pc:sldChg chg="del">
        <pc:chgData name="Abhishek Raj" userId="14d70dd8ca596344" providerId="LiveId" clId="{683D348E-1069-47D6-8CD0-F088924C345E}" dt="2025-01-07T09:00:30.277" v="190" actId="47"/>
        <pc:sldMkLst>
          <pc:docMk/>
          <pc:sldMk cId="345677432" sldId="348"/>
        </pc:sldMkLst>
      </pc:sldChg>
      <pc:sldChg chg="del">
        <pc:chgData name="Abhishek Raj" userId="14d70dd8ca596344" providerId="LiveId" clId="{683D348E-1069-47D6-8CD0-F088924C345E}" dt="2025-01-07T09:00:30.544" v="192" actId="47"/>
        <pc:sldMkLst>
          <pc:docMk/>
          <pc:sldMk cId="1197444958" sldId="349"/>
        </pc:sldMkLst>
      </pc:sldChg>
      <pc:sldChg chg="del">
        <pc:chgData name="Abhishek Raj" userId="14d70dd8ca596344" providerId="LiveId" clId="{683D348E-1069-47D6-8CD0-F088924C345E}" dt="2025-01-07T08:34:30.515" v="154" actId="47"/>
        <pc:sldMkLst>
          <pc:docMk/>
          <pc:sldMk cId="1591170136" sldId="350"/>
        </pc:sldMkLst>
      </pc:sldChg>
      <pc:sldChg chg="add del">
        <pc:chgData name="Abhishek Raj" userId="14d70dd8ca596344" providerId="LiveId" clId="{683D348E-1069-47D6-8CD0-F088924C345E}" dt="2025-01-07T09:01:02.192" v="199" actId="47"/>
        <pc:sldMkLst>
          <pc:docMk/>
          <pc:sldMk cId="1406176107" sldId="351"/>
        </pc:sldMkLst>
      </pc:sldChg>
      <pc:sldChg chg="modSp mod ord">
        <pc:chgData name="Abhishek Raj" userId="14d70dd8ca596344" providerId="LiveId" clId="{683D348E-1069-47D6-8CD0-F088924C345E}" dt="2025-01-08T05:21:02.342" v="425" actId="2711"/>
        <pc:sldMkLst>
          <pc:docMk/>
          <pc:sldMk cId="290379039" sldId="352"/>
        </pc:sldMkLst>
        <pc:spChg chg="mod">
          <ac:chgData name="Abhishek Raj" userId="14d70dd8ca596344" providerId="LiveId" clId="{683D348E-1069-47D6-8CD0-F088924C345E}" dt="2025-01-08T05:21:02.342" v="425" actId="2711"/>
          <ac:spMkLst>
            <pc:docMk/>
            <pc:sldMk cId="290379039" sldId="352"/>
            <ac:spMk id="4" creationId="{A8CE33BE-FCF1-3E63-0E3E-A0E4B20491D2}"/>
          </ac:spMkLst>
        </pc:spChg>
      </pc:sldChg>
      <pc:sldChg chg="del">
        <pc:chgData name="Abhishek Raj" userId="14d70dd8ca596344" providerId="LiveId" clId="{683D348E-1069-47D6-8CD0-F088924C345E}" dt="2025-01-07T08:34:31.701" v="155" actId="47"/>
        <pc:sldMkLst>
          <pc:docMk/>
          <pc:sldMk cId="3121114083" sldId="353"/>
        </pc:sldMkLst>
      </pc:sldChg>
      <pc:sldChg chg="del">
        <pc:chgData name="Abhishek Raj" userId="14d70dd8ca596344" providerId="LiveId" clId="{683D348E-1069-47D6-8CD0-F088924C345E}" dt="2025-01-07T08:34:32.181" v="156" actId="47"/>
        <pc:sldMkLst>
          <pc:docMk/>
          <pc:sldMk cId="1233699207" sldId="354"/>
        </pc:sldMkLst>
      </pc:sldChg>
      <pc:sldChg chg="del">
        <pc:chgData name="Abhishek Raj" userId="14d70dd8ca596344" providerId="LiveId" clId="{683D348E-1069-47D6-8CD0-F088924C345E}" dt="2025-01-07T09:00:31.542" v="196" actId="47"/>
        <pc:sldMkLst>
          <pc:docMk/>
          <pc:sldMk cId="3361784953" sldId="355"/>
        </pc:sldMkLst>
      </pc:sldChg>
      <pc:sldChg chg="addSp delSp modSp new mod">
        <pc:chgData name="Abhishek Raj" userId="14d70dd8ca596344" providerId="LiveId" clId="{683D348E-1069-47D6-8CD0-F088924C345E}" dt="2025-01-08T05:24:17.749" v="467" actId="2711"/>
        <pc:sldMkLst>
          <pc:docMk/>
          <pc:sldMk cId="520255333" sldId="357"/>
        </pc:sldMkLst>
        <pc:spChg chg="del">
          <ac:chgData name="Abhishek Raj" userId="14d70dd8ca596344" providerId="LiveId" clId="{683D348E-1069-47D6-8CD0-F088924C345E}" dt="2025-01-07T09:01:55.615" v="204" actId="478"/>
          <ac:spMkLst>
            <pc:docMk/>
            <pc:sldMk cId="520255333" sldId="357"/>
            <ac:spMk id="2" creationId="{4483ABBC-337D-D718-C4E4-1EC2672E53AF}"/>
          </ac:spMkLst>
        </pc:spChg>
        <pc:spChg chg="del">
          <ac:chgData name="Abhishek Raj" userId="14d70dd8ca596344" providerId="LiveId" clId="{683D348E-1069-47D6-8CD0-F088924C345E}" dt="2025-01-07T09:01:52.895" v="203" actId="478"/>
          <ac:spMkLst>
            <pc:docMk/>
            <pc:sldMk cId="520255333" sldId="357"/>
            <ac:spMk id="3" creationId="{D8CD0C1A-FCA3-B2E6-F35D-826B363CB3A3}"/>
          </ac:spMkLst>
        </pc:spChg>
        <pc:spChg chg="add mod">
          <ac:chgData name="Abhishek Raj" userId="14d70dd8ca596344" providerId="LiveId" clId="{683D348E-1069-47D6-8CD0-F088924C345E}" dt="2025-01-08T05:24:17.749" v="467" actId="2711"/>
          <ac:spMkLst>
            <pc:docMk/>
            <pc:sldMk cId="520255333" sldId="357"/>
            <ac:spMk id="5" creationId="{47D8ADFC-9480-1031-7B68-FAC0BC3FD31A}"/>
          </ac:spMkLst>
        </pc:spChg>
      </pc:sldChg>
      <pc:sldChg chg="delSp modSp new mod ord">
        <pc:chgData name="Abhishek Raj" userId="14d70dd8ca596344" providerId="LiveId" clId="{683D348E-1069-47D6-8CD0-F088924C345E}" dt="2025-01-08T05:24:28.478" v="468" actId="2711"/>
        <pc:sldMkLst>
          <pc:docMk/>
          <pc:sldMk cId="806113750" sldId="358"/>
        </pc:sldMkLst>
        <pc:spChg chg="del">
          <ac:chgData name="Abhishek Raj" userId="14d70dd8ca596344" providerId="LiveId" clId="{683D348E-1069-47D6-8CD0-F088924C345E}" dt="2025-01-07T09:02:59" v="212" actId="478"/>
          <ac:spMkLst>
            <pc:docMk/>
            <pc:sldMk cId="806113750" sldId="358"/>
            <ac:spMk id="2" creationId="{A2FB6649-CCA6-5982-4F91-D8E0D296751B}"/>
          </ac:spMkLst>
        </pc:spChg>
        <pc:spChg chg="mod">
          <ac:chgData name="Abhishek Raj" userId="14d70dd8ca596344" providerId="LiveId" clId="{683D348E-1069-47D6-8CD0-F088924C345E}" dt="2025-01-08T05:24:28.478" v="468" actId="2711"/>
          <ac:spMkLst>
            <pc:docMk/>
            <pc:sldMk cId="806113750" sldId="358"/>
            <ac:spMk id="3" creationId="{779495B4-410D-D83F-FE6E-18D8E6D4DF51}"/>
          </ac:spMkLst>
        </pc:spChg>
      </pc:sldChg>
      <pc:sldChg chg="delSp modSp new mod">
        <pc:chgData name="Abhishek Raj" userId="14d70dd8ca596344" providerId="LiveId" clId="{683D348E-1069-47D6-8CD0-F088924C345E}" dt="2025-01-08T05:22:55.348" v="456" actId="1076"/>
        <pc:sldMkLst>
          <pc:docMk/>
          <pc:sldMk cId="2449101090" sldId="359"/>
        </pc:sldMkLst>
        <pc:spChg chg="del">
          <ac:chgData name="Abhishek Raj" userId="14d70dd8ca596344" providerId="LiveId" clId="{683D348E-1069-47D6-8CD0-F088924C345E}" dt="2025-01-07T09:03:53.464" v="219" actId="478"/>
          <ac:spMkLst>
            <pc:docMk/>
            <pc:sldMk cId="2449101090" sldId="359"/>
            <ac:spMk id="2" creationId="{EFDC3A84-427A-DCDD-9980-CE86A43411A3}"/>
          </ac:spMkLst>
        </pc:spChg>
        <pc:spChg chg="mod">
          <ac:chgData name="Abhishek Raj" userId="14d70dd8ca596344" providerId="LiveId" clId="{683D348E-1069-47D6-8CD0-F088924C345E}" dt="2025-01-08T05:22:55.348" v="456" actId="1076"/>
          <ac:spMkLst>
            <pc:docMk/>
            <pc:sldMk cId="2449101090" sldId="359"/>
            <ac:spMk id="3" creationId="{2B03BBFF-515B-27F9-B022-DBE118E1A4B5}"/>
          </ac:spMkLst>
        </pc:spChg>
      </pc:sldChg>
      <pc:sldChg chg="delSp modSp new mod">
        <pc:chgData name="Abhishek Raj" userId="14d70dd8ca596344" providerId="LiveId" clId="{683D348E-1069-47D6-8CD0-F088924C345E}" dt="2025-01-08T05:22:13.220" v="450" actId="1076"/>
        <pc:sldMkLst>
          <pc:docMk/>
          <pc:sldMk cId="2048894450" sldId="360"/>
        </pc:sldMkLst>
        <pc:spChg chg="del">
          <ac:chgData name="Abhishek Raj" userId="14d70dd8ca596344" providerId="LiveId" clId="{683D348E-1069-47D6-8CD0-F088924C345E}" dt="2025-01-07T09:04:35.903" v="225" actId="478"/>
          <ac:spMkLst>
            <pc:docMk/>
            <pc:sldMk cId="2048894450" sldId="360"/>
            <ac:spMk id="2" creationId="{6F8E713A-134A-6A8A-1A1B-E4832D494D7A}"/>
          </ac:spMkLst>
        </pc:spChg>
        <pc:spChg chg="mod">
          <ac:chgData name="Abhishek Raj" userId="14d70dd8ca596344" providerId="LiveId" clId="{683D348E-1069-47D6-8CD0-F088924C345E}" dt="2025-01-08T05:22:13.220" v="450" actId="1076"/>
          <ac:spMkLst>
            <pc:docMk/>
            <pc:sldMk cId="2048894450" sldId="360"/>
            <ac:spMk id="3" creationId="{33541D51-1058-C5CE-073D-517C12D957F2}"/>
          </ac:spMkLst>
        </pc:spChg>
      </pc:sldChg>
      <pc:sldChg chg="delSp modSp new mod">
        <pc:chgData name="Abhishek Raj" userId="14d70dd8ca596344" providerId="LiveId" clId="{683D348E-1069-47D6-8CD0-F088924C345E}" dt="2025-01-08T05:24:42.591" v="469" actId="20577"/>
        <pc:sldMkLst>
          <pc:docMk/>
          <pc:sldMk cId="4181314768" sldId="361"/>
        </pc:sldMkLst>
        <pc:spChg chg="del">
          <ac:chgData name="Abhishek Raj" userId="14d70dd8ca596344" providerId="LiveId" clId="{683D348E-1069-47D6-8CD0-F088924C345E}" dt="2025-01-07T09:07:49.002" v="239" actId="478"/>
          <ac:spMkLst>
            <pc:docMk/>
            <pc:sldMk cId="4181314768" sldId="361"/>
            <ac:spMk id="2" creationId="{F31C8810-6915-538D-55F5-B0863B4CA1BC}"/>
          </ac:spMkLst>
        </pc:spChg>
        <pc:spChg chg="mod">
          <ac:chgData name="Abhishek Raj" userId="14d70dd8ca596344" providerId="LiveId" clId="{683D348E-1069-47D6-8CD0-F088924C345E}" dt="2025-01-08T05:24:42.591" v="469" actId="20577"/>
          <ac:spMkLst>
            <pc:docMk/>
            <pc:sldMk cId="4181314768" sldId="361"/>
            <ac:spMk id="3" creationId="{527CA1FA-5BDA-CD96-934F-9704F20C2A40}"/>
          </ac:spMkLst>
        </pc:spChg>
      </pc:sldChg>
      <pc:sldChg chg="addSp delSp modSp new mod">
        <pc:chgData name="Abhishek Raj" userId="14d70dd8ca596344" providerId="LiveId" clId="{683D348E-1069-47D6-8CD0-F088924C345E}" dt="2025-01-07T09:15:03.074" v="246" actId="14100"/>
        <pc:sldMkLst>
          <pc:docMk/>
          <pc:sldMk cId="1040340001" sldId="362"/>
        </pc:sldMkLst>
        <pc:spChg chg="del">
          <ac:chgData name="Abhishek Raj" userId="14d70dd8ca596344" providerId="LiveId" clId="{683D348E-1069-47D6-8CD0-F088924C345E}" dt="2025-01-07T09:14:52.966" v="242" actId="478"/>
          <ac:spMkLst>
            <pc:docMk/>
            <pc:sldMk cId="1040340001" sldId="362"/>
            <ac:spMk id="2" creationId="{932F29E7-BB5A-A0D0-EF00-B299A608E74E}"/>
          </ac:spMkLst>
        </pc:spChg>
        <pc:spChg chg="del">
          <ac:chgData name="Abhishek Raj" userId="14d70dd8ca596344" providerId="LiveId" clId="{683D348E-1069-47D6-8CD0-F088924C345E}" dt="2025-01-07T09:14:47.608" v="241"/>
          <ac:spMkLst>
            <pc:docMk/>
            <pc:sldMk cId="1040340001" sldId="362"/>
            <ac:spMk id="3" creationId="{D4C736EC-7B66-51A2-3913-F6334934644A}"/>
          </ac:spMkLst>
        </pc:spChg>
        <pc:picChg chg="add mod">
          <ac:chgData name="Abhishek Raj" userId="14d70dd8ca596344" providerId="LiveId" clId="{683D348E-1069-47D6-8CD0-F088924C345E}" dt="2025-01-07T09:15:03.074" v="246" actId="14100"/>
          <ac:picMkLst>
            <pc:docMk/>
            <pc:sldMk cId="1040340001" sldId="362"/>
            <ac:picMk id="4" creationId="{26486589-8CE6-744A-BF86-50C9D233E618}"/>
          </ac:picMkLst>
        </pc:picChg>
      </pc:sldChg>
      <pc:sldChg chg="delSp modSp new mod">
        <pc:chgData name="Abhishek Raj" userId="14d70dd8ca596344" providerId="LiveId" clId="{683D348E-1069-47D6-8CD0-F088924C345E}" dt="2025-01-08T05:18:36.777" v="414" actId="1076"/>
        <pc:sldMkLst>
          <pc:docMk/>
          <pc:sldMk cId="2821400700" sldId="363"/>
        </pc:sldMkLst>
        <pc:spChg chg="del">
          <ac:chgData name="Abhishek Raj" userId="14d70dd8ca596344" providerId="LiveId" clId="{683D348E-1069-47D6-8CD0-F088924C345E}" dt="2025-01-07T09:19:09.492" v="255" actId="478"/>
          <ac:spMkLst>
            <pc:docMk/>
            <pc:sldMk cId="2821400700" sldId="363"/>
            <ac:spMk id="2" creationId="{502D13FD-4CDA-4522-C2B8-88D00DAA23C3}"/>
          </ac:spMkLst>
        </pc:spChg>
        <pc:spChg chg="mod">
          <ac:chgData name="Abhishek Raj" userId="14d70dd8ca596344" providerId="LiveId" clId="{683D348E-1069-47D6-8CD0-F088924C345E}" dt="2025-01-08T05:18:36.777" v="414" actId="1076"/>
          <ac:spMkLst>
            <pc:docMk/>
            <pc:sldMk cId="2821400700" sldId="363"/>
            <ac:spMk id="3" creationId="{F4B01596-4827-661C-AB30-2AE502D073DC}"/>
          </ac:spMkLst>
        </pc:spChg>
      </pc:sldChg>
      <pc:sldChg chg="delSp modSp new mod">
        <pc:chgData name="Abhishek Raj" userId="14d70dd8ca596344" providerId="LiveId" clId="{683D348E-1069-47D6-8CD0-F088924C345E}" dt="2025-01-08T05:18:53.784" v="422" actId="20577"/>
        <pc:sldMkLst>
          <pc:docMk/>
          <pc:sldMk cId="1869929918" sldId="364"/>
        </pc:sldMkLst>
        <pc:spChg chg="del mod">
          <ac:chgData name="Abhishek Raj" userId="14d70dd8ca596344" providerId="LiveId" clId="{683D348E-1069-47D6-8CD0-F088924C345E}" dt="2025-01-07T09:20:10.652" v="274" actId="478"/>
          <ac:spMkLst>
            <pc:docMk/>
            <pc:sldMk cId="1869929918" sldId="364"/>
            <ac:spMk id="2" creationId="{D6E037C9-95BE-196A-C448-B39F04826A36}"/>
          </ac:spMkLst>
        </pc:spChg>
        <pc:spChg chg="mod">
          <ac:chgData name="Abhishek Raj" userId="14d70dd8ca596344" providerId="LiveId" clId="{683D348E-1069-47D6-8CD0-F088924C345E}" dt="2025-01-08T05:18:53.784" v="422" actId="20577"/>
          <ac:spMkLst>
            <pc:docMk/>
            <pc:sldMk cId="1869929918" sldId="364"/>
            <ac:spMk id="3" creationId="{3087CD2B-2526-D92E-0052-5DFAC28D6E69}"/>
          </ac:spMkLst>
        </pc:spChg>
      </pc:sldChg>
      <pc:sldChg chg="delSp modSp new mod">
        <pc:chgData name="Abhishek Raj" userId="14d70dd8ca596344" providerId="LiveId" clId="{683D348E-1069-47D6-8CD0-F088924C345E}" dt="2025-01-08T05:23:51.246" v="465" actId="5793"/>
        <pc:sldMkLst>
          <pc:docMk/>
          <pc:sldMk cId="3751659194" sldId="365"/>
        </pc:sldMkLst>
        <pc:spChg chg="del">
          <ac:chgData name="Abhishek Raj" userId="14d70dd8ca596344" providerId="LiveId" clId="{683D348E-1069-47D6-8CD0-F088924C345E}" dt="2025-01-07T09:22:41.699" v="371" actId="478"/>
          <ac:spMkLst>
            <pc:docMk/>
            <pc:sldMk cId="3751659194" sldId="365"/>
            <ac:spMk id="2" creationId="{DCBB9F7D-AA4D-2FC6-DA66-04CAF4057C4C}"/>
          </ac:spMkLst>
        </pc:spChg>
        <pc:spChg chg="mod">
          <ac:chgData name="Abhishek Raj" userId="14d70dd8ca596344" providerId="LiveId" clId="{683D348E-1069-47D6-8CD0-F088924C345E}" dt="2025-01-08T05:23:51.246" v="465" actId="5793"/>
          <ac:spMkLst>
            <pc:docMk/>
            <pc:sldMk cId="3751659194" sldId="365"/>
            <ac:spMk id="3" creationId="{3C001B0E-1988-F5A2-4868-5D04E96579E3}"/>
          </ac:spMkLst>
        </pc:spChg>
      </pc:sldChg>
      <pc:sldChg chg="delSp modSp new mod">
        <pc:chgData name="Abhishek Raj" userId="14d70dd8ca596344" providerId="LiveId" clId="{683D348E-1069-47D6-8CD0-F088924C345E}" dt="2025-01-07T09:26:05.142" v="397" actId="20577"/>
        <pc:sldMkLst>
          <pc:docMk/>
          <pc:sldMk cId="1504240418" sldId="366"/>
        </pc:sldMkLst>
        <pc:spChg chg="del">
          <ac:chgData name="Abhishek Raj" userId="14d70dd8ca596344" providerId="LiveId" clId="{683D348E-1069-47D6-8CD0-F088924C345E}" dt="2025-01-07T09:25:50.150" v="386" actId="478"/>
          <ac:spMkLst>
            <pc:docMk/>
            <pc:sldMk cId="1504240418" sldId="366"/>
            <ac:spMk id="2" creationId="{534F5BDE-D9A4-4259-CF73-78DEDC1CA138}"/>
          </ac:spMkLst>
        </pc:spChg>
        <pc:spChg chg="mod">
          <ac:chgData name="Abhishek Raj" userId="14d70dd8ca596344" providerId="LiveId" clId="{683D348E-1069-47D6-8CD0-F088924C345E}" dt="2025-01-07T09:26:05.142" v="397" actId="20577"/>
          <ac:spMkLst>
            <pc:docMk/>
            <pc:sldMk cId="1504240418" sldId="366"/>
            <ac:spMk id="3" creationId="{A9BBDA85-A1AF-DC90-5FC9-B3458BA51F1E}"/>
          </ac:spMkLst>
        </pc:spChg>
      </pc:sldChg>
      <pc:sldChg chg="addSp delSp modSp new mod">
        <pc:chgData name="Abhishek Raj" userId="14d70dd8ca596344" providerId="LiveId" clId="{683D348E-1069-47D6-8CD0-F088924C345E}" dt="2025-01-08T05:18:15.838" v="413" actId="1076"/>
        <pc:sldMkLst>
          <pc:docMk/>
          <pc:sldMk cId="1202848228" sldId="367"/>
        </pc:sldMkLst>
        <pc:spChg chg="add del">
          <ac:chgData name="Abhishek Raj" userId="14d70dd8ca596344" providerId="LiveId" clId="{683D348E-1069-47D6-8CD0-F088924C345E}" dt="2025-01-08T05:18:09.295" v="412" actId="478"/>
          <ac:spMkLst>
            <pc:docMk/>
            <pc:sldMk cId="1202848228" sldId="367"/>
            <ac:spMk id="2" creationId="{DE16EC46-2031-0CF3-8E62-EAA1ECBD4C0F}"/>
          </ac:spMkLst>
        </pc:spChg>
        <pc:spChg chg="mod">
          <ac:chgData name="Abhishek Raj" userId="14d70dd8ca596344" providerId="LiveId" clId="{683D348E-1069-47D6-8CD0-F088924C345E}" dt="2025-01-08T05:18:15.838" v="413" actId="1076"/>
          <ac:spMkLst>
            <pc:docMk/>
            <pc:sldMk cId="1202848228" sldId="367"/>
            <ac:spMk id="3" creationId="{E4E64954-8449-70E5-6842-9209E236728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8EA1980-4576-4AF0-B9EB-9D150046AAAE}" type="datetimeFigureOut">
              <a:rPr lang="en-US" smtClean="0"/>
              <a:pPr>
                <a:defRPr/>
              </a:pPr>
              <a:t>12-Jan-25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488608-87EF-4FD0-9C7B-D2B526DC946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B5770D-423E-4CBB-B0F4-07D6A3FA965D}" type="datetimeFigureOut">
              <a:rPr lang="en-US" smtClean="0"/>
              <a:pPr>
                <a:defRPr/>
              </a:pPr>
              <a:t>12-Jan-25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9E4BAF-1EEA-4D5B-8298-78DEAA6617C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E29D0CD-93FD-4AA7-A016-11FDE00CBCE3}" type="datetimeFigureOut">
              <a:rPr lang="en-US" smtClean="0"/>
              <a:pPr>
                <a:defRPr/>
              </a:pPr>
              <a:t>12-Jan-25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2C3F9B-929C-4111-A0CE-3F26E474177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4102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6"/>
            <a:ext cx="54102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AF96DC0-12FC-4A3B-86A2-861216B55270}" type="datetimeFigureOut">
              <a:rPr lang="en-US" smtClean="0"/>
              <a:pPr>
                <a:defRPr/>
              </a:pPr>
              <a:t>12-Jan-25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021CE6-14E7-47F0-9D6C-7DBF25914FB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343F61E-9280-4CC2-90AE-A6278023B723}" type="datetimeFigureOut">
              <a:rPr lang="en-US" smtClean="0"/>
              <a:pPr>
                <a:defRPr/>
              </a:pPr>
              <a:t>12-Jan-25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7016E0-0916-4C8E-9815-34F28E5FDDC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22408D7-7DF0-44B4-BF3D-1B5DF5DD0E8C}" type="datetimeFigureOut">
              <a:rPr lang="en-US" smtClean="0"/>
              <a:pPr>
                <a:defRPr/>
              </a:pPr>
              <a:t>12-Jan-25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91AF88-6C98-4A79-A308-5E45955A428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E38901-650A-4FEC-955B-5AA7D4685A03}" type="datetimeFigureOut">
              <a:rPr lang="en-US" smtClean="0"/>
              <a:pPr>
                <a:defRPr/>
              </a:pPr>
              <a:t>12-Jan-25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B85EBC-5A3E-4AD1-9442-EE6512C4027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5941EA2-F28E-4E7C-B022-8BD180DD6A5D}" type="datetimeFigureOut">
              <a:rPr lang="en-US" smtClean="0"/>
              <a:pPr>
                <a:defRPr/>
              </a:pPr>
              <a:t>12-Jan-25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CF9356-E354-4E51-8A99-93889361556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260AD76-F1EF-4CA7-8DA5-41EDDEF49BFA}" type="datetimeFigureOut">
              <a:rPr lang="en-US" smtClean="0"/>
              <a:pPr>
                <a:defRPr/>
              </a:pPr>
              <a:t>12-Jan-25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1039B5-D9E5-48B1-8EB9-A0CB9A3C637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F901BE7-9EF2-4B54-9700-87EE46A6EDB6}" type="datetimeFigureOut">
              <a:rPr lang="en-US" smtClean="0"/>
              <a:pPr>
                <a:defRPr/>
              </a:pPr>
              <a:t>12-Jan-25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EF5A10-F259-42E8-9DB1-4ABC256F1EC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4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4"/>
            <a:ext cx="80772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4AD406-2DF7-4414-BD58-578652F71040}" type="datetimeFigureOut">
              <a:rPr lang="en-US" smtClean="0"/>
              <a:pPr>
                <a:defRPr/>
              </a:pPr>
              <a:t>12-Jan-25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C1AC12-7156-4DE9-B40E-F139687ADB5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89E7E20-1E5D-4609-83B3-4ECE2E5358EA}" type="datetimeFigureOut">
              <a:rPr lang="en-US" smtClean="0"/>
              <a:pPr>
                <a:defRPr/>
              </a:pPr>
              <a:t>12-Jan-25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055209-94DC-4E84-9BFB-2684EB00D31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0"/>
            <a:ext cx="9124950" cy="8667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17965" y="1720741"/>
            <a:ext cx="7485434" cy="3231654"/>
          </a:xfrm>
          <a:prstGeom prst="rect">
            <a:avLst/>
          </a:prstGeom>
          <a:ln w="381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300" b="1" i="1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                        PEA – 516</a:t>
            </a:r>
          </a:p>
          <a:p>
            <a:endParaRPr lang="en-US" sz="3300" b="1" i="1" dirty="0">
              <a:solidFill>
                <a:schemeClr val="tx2">
                  <a:lumMod val="75000"/>
                </a:schemeClr>
              </a:solidFill>
              <a:latin typeface="Book Antiqua" pitchFamily="18" charset="0"/>
            </a:endParaRPr>
          </a:p>
          <a:p>
            <a:r>
              <a:rPr lang="en-US" sz="3300" b="1" i="1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                        Lecture – </a:t>
            </a:r>
            <a:r>
              <a:rPr lang="en-US" sz="3300" b="1" i="1" dirty="0" smtClean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17</a:t>
            </a:r>
            <a:endParaRPr lang="en-US" sz="3300" b="1" i="1" dirty="0">
              <a:solidFill>
                <a:schemeClr val="tx2">
                  <a:lumMod val="75000"/>
                </a:schemeClr>
              </a:solidFill>
              <a:latin typeface="Book Antiqua" pitchFamily="18" charset="0"/>
            </a:endParaRPr>
          </a:p>
          <a:p>
            <a:endParaRPr lang="en-US" sz="3300" b="1" i="1" dirty="0">
              <a:solidFill>
                <a:schemeClr val="tx2">
                  <a:lumMod val="75000"/>
                </a:schemeClr>
              </a:solidFill>
              <a:latin typeface="Book Antiqua" pitchFamily="18" charset="0"/>
            </a:endParaRPr>
          </a:p>
          <a:p>
            <a:r>
              <a:rPr lang="en-US" sz="3600" b="1" i="1" dirty="0">
                <a:solidFill>
                  <a:schemeClr val="tx2">
                    <a:lumMod val="75000"/>
                  </a:schemeClr>
                </a:solidFill>
                <a:latin typeface="Book Antiqua" pitchFamily="18" charset="0"/>
              </a:rPr>
              <a:t>Relation between Simple                           and Compound Interest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C001B0E-1988-F5A2-4868-5D04E9657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9250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600" dirty="0"/>
              <a:t>CONTENT-:</a:t>
            </a:r>
          </a:p>
          <a:p>
            <a:pPr marL="0" indent="0">
              <a:buNone/>
            </a:pPr>
            <a:endParaRPr lang="en-IN" sz="3600" dirty="0"/>
          </a:p>
          <a:p>
            <a:r>
              <a:rPr lang="en-IN" sz="3600" dirty="0"/>
              <a:t>Relation between Simple and Compound Interest</a:t>
            </a:r>
          </a:p>
          <a:p>
            <a:pPr marL="0" indent="0">
              <a:buNone/>
            </a:pPr>
            <a:endParaRPr lang="en-IN" sz="3600" dirty="0"/>
          </a:p>
          <a:p>
            <a:r>
              <a:rPr lang="en-IN" sz="3600" dirty="0"/>
              <a:t>Problems on Depreciation</a:t>
            </a:r>
          </a:p>
        </p:txBody>
      </p:sp>
    </p:spTree>
    <p:extLst>
      <p:ext uri="{BB962C8B-B14F-4D97-AF65-F5344CB8AC3E}">
        <p14:creationId xmlns:p14="http://schemas.microsoft.com/office/powerpoint/2010/main" val="3751659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Diff.JPG">
            <a:extLst>
              <a:ext uri="{FF2B5EF4-FFF2-40B4-BE49-F238E27FC236}">
                <a16:creationId xmlns:a16="http://schemas.microsoft.com/office/drawing/2014/main" xmlns="" id="{26486589-8CE6-744A-BF86-50C9D233E6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8906" y="1138687"/>
            <a:ext cx="7159923" cy="422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340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79495B4-410D-D83F-FE6E-18D8E6D4D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222" y="1166018"/>
            <a:ext cx="8229600" cy="452596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/>
              <a:t>Question: </a:t>
            </a:r>
            <a:r>
              <a:rPr lang="en-US" dirty="0"/>
              <a:t>The difference between C.I and S.I at some rate for Rs. 5000 for 2 years is Rs. 72. what is the rate of interest per annum?</a:t>
            </a:r>
          </a:p>
          <a:p>
            <a:pPr algn="just"/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[A] 6% pa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[B] 10% pa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[C] 12% pa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[D] 15% pa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6113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7D8ADFC-9480-1031-7B68-FAC0BC3FD31A}"/>
              </a:ext>
            </a:extLst>
          </p:cNvPr>
          <p:cNvSpPr txBox="1"/>
          <p:nvPr/>
        </p:nvSpPr>
        <p:spPr>
          <a:xfrm>
            <a:off x="690113" y="866448"/>
            <a:ext cx="8177842" cy="3730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latin typeface="+mn-lt"/>
              </a:rPr>
              <a:t>Question: </a:t>
            </a:r>
            <a:r>
              <a:rPr lang="en-US" sz="2400" dirty="0">
                <a:latin typeface="+mn-lt"/>
              </a:rPr>
              <a:t>The difference between the compound interest and simple interest on a certain sum at 12% per annum for 2 years is Rs.126.72. Find the sum.</a:t>
            </a:r>
          </a:p>
          <a:p>
            <a:pPr algn="just"/>
            <a:endParaRPr lang="en-US" sz="2400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+mn-lt"/>
              </a:rPr>
              <a:t>[A] Rs.8000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n-lt"/>
              </a:rPr>
              <a:t>[B] Rs.8800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n-lt"/>
              </a:rPr>
              <a:t>[C] Rs.10200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n-lt"/>
              </a:rPr>
              <a:t>[D] Rs.12400</a:t>
            </a:r>
            <a:endParaRPr lang="en-IN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20255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B03BBFF-515B-27F9-B022-DBE118E1A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11836"/>
            <a:ext cx="8229600" cy="4525963"/>
          </a:xfrm>
        </p:spPr>
        <p:txBody>
          <a:bodyPr/>
          <a:lstStyle/>
          <a:p>
            <a:pPr algn="just"/>
            <a:r>
              <a:rPr lang="en-US" sz="2400" b="1" dirty="0"/>
              <a:t>Question: </a:t>
            </a:r>
            <a:r>
              <a:rPr lang="en-US" sz="2400" dirty="0"/>
              <a:t>If the difference between S.I and C.I at 4% P.A for 2 years is 20 Rs. What will be the value of principle amount?</a:t>
            </a:r>
          </a:p>
          <a:p>
            <a:pPr algn="just"/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[A] Rs.50000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[B] Rs.12000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[C] Rs.12500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[D] Rs.25000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9101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3541D51-1058-C5CE-073D-517C12D95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62826"/>
            <a:ext cx="8229600" cy="4525963"/>
          </a:xfrm>
        </p:spPr>
        <p:txBody>
          <a:bodyPr/>
          <a:lstStyle/>
          <a:p>
            <a:pPr algn="just"/>
            <a:r>
              <a:rPr lang="en-US" sz="2400" b="1" dirty="0"/>
              <a:t>Question: </a:t>
            </a:r>
            <a:r>
              <a:rPr lang="en-US" sz="2400" dirty="0"/>
              <a:t>What will be the difference between the S.I and C.I. On Rs. 600 for one year at 10% P.A, if compounded half yearly.</a:t>
            </a:r>
          </a:p>
          <a:p>
            <a:pPr algn="just"/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[A] Rs.1.5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[B] Rs.15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[C] Rs.3.5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[D] Rs.35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8894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27CA1FA-5BDA-CD96-934F-9704F20C2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71951"/>
            <a:ext cx="8229600" cy="4525963"/>
          </a:xfrm>
        </p:spPr>
        <p:txBody>
          <a:bodyPr/>
          <a:lstStyle/>
          <a:p>
            <a:pPr marL="0" indent="0" algn="l" fontAlgn="t">
              <a:buNone/>
            </a:pPr>
            <a:r>
              <a:rPr lang="en-US" b="0" i="0" dirty="0">
                <a:effectLst/>
                <a:latin typeface="Inter"/>
              </a:rPr>
              <a:t>Que - There is 60% increase in an amount in 6 years at simple interest. What will be the compound interest of Rs. 12,000 after 3 years at the same rate?</a:t>
            </a:r>
          </a:p>
          <a:p>
            <a:pPr marL="0" indent="0" algn="l" fontAlgn="t">
              <a:buNone/>
            </a:pPr>
            <a:endParaRPr lang="en-US" b="0" i="0" dirty="0">
              <a:effectLst/>
              <a:latin typeface="Inter"/>
            </a:endParaRPr>
          </a:p>
          <a:p>
            <a:pPr marL="0" indent="0" algn="l">
              <a:buNone/>
            </a:pPr>
            <a:r>
              <a:rPr lang="en-US" b="0" i="0" dirty="0">
                <a:effectLst/>
                <a:latin typeface="Inter"/>
              </a:rPr>
              <a:t>a) Rs. 2160</a:t>
            </a:r>
          </a:p>
          <a:p>
            <a:pPr marL="0" indent="0" algn="l">
              <a:buNone/>
            </a:pPr>
            <a:r>
              <a:rPr lang="en-US" dirty="0">
                <a:latin typeface="Inter"/>
              </a:rPr>
              <a:t>b</a:t>
            </a:r>
            <a:r>
              <a:rPr lang="en-US" b="0" i="0" dirty="0">
                <a:effectLst/>
                <a:latin typeface="Inter"/>
              </a:rPr>
              <a:t>) Rs. 3120</a:t>
            </a:r>
          </a:p>
          <a:p>
            <a:pPr marL="0" indent="0" algn="l">
              <a:buNone/>
            </a:pPr>
            <a:r>
              <a:rPr lang="en-US" b="0" i="0" dirty="0">
                <a:effectLst/>
                <a:latin typeface="Inter"/>
              </a:rPr>
              <a:t>c) Rs. 3972</a:t>
            </a:r>
          </a:p>
          <a:p>
            <a:pPr marL="0" indent="0" algn="l">
              <a:buNone/>
            </a:pPr>
            <a:r>
              <a:rPr lang="en-US" b="0" i="0" dirty="0">
                <a:effectLst/>
                <a:latin typeface="Inter"/>
              </a:rPr>
              <a:t>d) Rs. 6240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1314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D19E945-3B93-EEF9-D338-9A6BD2782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8CE33BE-FCF1-3E63-0E3E-A0E4B20491D2}"/>
              </a:ext>
            </a:extLst>
          </p:cNvPr>
          <p:cNvSpPr txBox="1"/>
          <p:nvPr/>
        </p:nvSpPr>
        <p:spPr>
          <a:xfrm>
            <a:off x="171450" y="593813"/>
            <a:ext cx="8801100" cy="3731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atin typeface="+mn-lt"/>
              </a:rPr>
              <a:t>Question: </a:t>
            </a:r>
            <a:r>
              <a:rPr lang="en-US" sz="2400" dirty="0">
                <a:latin typeface="+mn-lt"/>
              </a:rPr>
              <a:t>If the S.I of certain money for 3 years is Rs. 225 &amp; C.I on same money, same rate for 2 years is Rs. 153. then what was the principal amount?</a:t>
            </a:r>
          </a:p>
          <a:p>
            <a:pPr algn="just"/>
            <a:endParaRPr lang="en-US" sz="2400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+mn-lt"/>
              </a:rPr>
              <a:t>[A] Rs.875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n-lt"/>
              </a:rPr>
              <a:t>[B] Rs.1875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n-lt"/>
              </a:rPr>
              <a:t>[C] Rs.785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n-lt"/>
              </a:rPr>
              <a:t>[D] Rs.1785</a:t>
            </a:r>
          </a:p>
        </p:txBody>
      </p:sp>
    </p:spTree>
    <p:extLst>
      <p:ext uri="{BB962C8B-B14F-4D97-AF65-F5344CB8AC3E}">
        <p14:creationId xmlns:p14="http://schemas.microsoft.com/office/powerpoint/2010/main" val="290379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087CD2B-2526-D92E-0052-5DFAC28D6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61519"/>
            <a:ext cx="8229600" cy="4525963"/>
          </a:xfrm>
        </p:spPr>
        <p:txBody>
          <a:bodyPr/>
          <a:lstStyle/>
          <a:p>
            <a:pPr marL="0" indent="0">
              <a:buFont typeface="Wingdings 2" panose="05020102010507070707" pitchFamily="18" charset="2"/>
              <a:buNone/>
            </a:pPr>
            <a:r>
              <a:rPr lang="en-US" altLang="en-US" sz="2400" dirty="0"/>
              <a:t>Que -  The compound interest on a sum of money for 2 years is rs.832 and the simple interest on the same sum for the same period is rs.800 .the difference between the compound interest and simple interest for 3 years is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en-US" sz="2400" dirty="0"/>
              <a:t>a) 48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en-US" sz="2400" dirty="0"/>
              <a:t>b) 66.56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en-US" sz="2400" dirty="0"/>
              <a:t>c) 98.56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en-US" sz="2400" dirty="0"/>
              <a:t>d) None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929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4B01596-4827-661C-AB30-2AE502D07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36306"/>
            <a:ext cx="8229600" cy="4525963"/>
          </a:xfrm>
        </p:spPr>
        <p:txBody>
          <a:bodyPr/>
          <a:lstStyle/>
          <a:p>
            <a:pPr marL="0" indent="0">
              <a:buFont typeface="Wingdings 2" panose="05020102010507070707" pitchFamily="18" charset="2"/>
              <a:buNone/>
            </a:pPr>
            <a:endParaRPr lang="en-US" altLang="en-US" dirty="0"/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en-US" sz="2400" dirty="0"/>
              <a:t>Que - The value of a car depreciates at the rate of 12% p.a. every year. If the present value of the car is Rs.154880. its value two years ago was ?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en-US" sz="2400" dirty="0"/>
              <a:t>a) Rs.360000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en-US" sz="2400" dirty="0"/>
              <a:t>b) Rs.240000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en-US" sz="2400" dirty="0"/>
              <a:t>c) Rs.200000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en-US" sz="2400" dirty="0"/>
              <a:t>d) Rs.300000</a:t>
            </a:r>
          </a:p>
          <a:p>
            <a:pPr marL="0" indent="0">
              <a:buFont typeface="Wingdings 2" panose="05020102010507070707" pitchFamily="18" charset="2"/>
              <a:buNone/>
            </a:pPr>
            <a:endParaRPr lang="en-US" altLang="en-US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1400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9BBDA85-A1AF-DC90-5FC9-B3458BA51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430" y="530530"/>
            <a:ext cx="8229600" cy="4525963"/>
          </a:xfrm>
        </p:spPr>
        <p:txBody>
          <a:bodyPr/>
          <a:lstStyle/>
          <a:p>
            <a:pPr marL="0" indent="0" algn="l" rtl="0">
              <a:spcBef>
                <a:spcPts val="750"/>
              </a:spcBef>
              <a:spcAft>
                <a:spcPts val="2250"/>
              </a:spcAft>
              <a:buNone/>
            </a:pPr>
            <a:r>
              <a:rPr lang="en-US" b="0" i="0" dirty="0">
                <a:effectLst/>
                <a:latin typeface="Minion Pro"/>
              </a:rPr>
              <a:t>Que -. The value of the laptop depreciates at the rate of 30 % per annum. The present value of the laptop if Rs. 40000. What will be the worth of laptop two years from now?</a:t>
            </a:r>
          </a:p>
          <a:p>
            <a:pPr marL="0" indent="0" algn="l" rtl="0">
              <a:spcBef>
                <a:spcPts val="750"/>
              </a:spcBef>
              <a:spcAft>
                <a:spcPts val="2250"/>
              </a:spcAft>
              <a:buNone/>
            </a:pPr>
            <a:r>
              <a:rPr lang="en-US" b="0" i="0" dirty="0">
                <a:effectLst/>
                <a:latin typeface="Minion Pro"/>
              </a:rPr>
              <a:t>A. Rs. 28000</a:t>
            </a:r>
            <a:br>
              <a:rPr lang="en-US" b="0" i="0" dirty="0">
                <a:effectLst/>
                <a:latin typeface="Minion Pro"/>
              </a:rPr>
            </a:br>
            <a:r>
              <a:rPr lang="en-US" b="0" i="0" dirty="0">
                <a:effectLst/>
                <a:latin typeface="Minion Pro"/>
              </a:rPr>
              <a:t>B. Rs  16000</a:t>
            </a:r>
            <a:br>
              <a:rPr lang="en-US" b="0" i="0" dirty="0">
                <a:effectLst/>
                <a:latin typeface="Minion Pro"/>
              </a:rPr>
            </a:br>
            <a:r>
              <a:rPr lang="en-US" b="0" i="0" dirty="0">
                <a:effectLst/>
                <a:latin typeface="Minion Pro"/>
              </a:rPr>
              <a:t>C. Rs. 24400</a:t>
            </a:r>
            <a:br>
              <a:rPr lang="en-US" b="0" i="0" dirty="0">
                <a:effectLst/>
                <a:latin typeface="Minion Pro"/>
              </a:rPr>
            </a:br>
            <a:r>
              <a:rPr lang="en-US" b="0" i="0" dirty="0">
                <a:effectLst/>
                <a:latin typeface="Minion Pro"/>
              </a:rPr>
              <a:t>D. Rs. 19600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4240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4E64954-8449-70E5-6842-9209E2367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44243"/>
            <a:ext cx="8229600" cy="4525963"/>
          </a:xfrm>
        </p:spPr>
        <p:txBody>
          <a:bodyPr/>
          <a:lstStyle/>
          <a:p>
            <a:pPr marL="0" indent="0" algn="l" rtl="0">
              <a:spcBef>
                <a:spcPts val="750"/>
              </a:spcBef>
              <a:spcAft>
                <a:spcPts val="2250"/>
              </a:spcAft>
              <a:buNone/>
            </a:pPr>
            <a:r>
              <a:rPr lang="en-US" b="0" i="0" dirty="0">
                <a:effectLst/>
                <a:latin typeface="Minion Pro"/>
              </a:rPr>
              <a:t>Que -:  A car was bought at Rs. 12000. If the value of the car decreases by 1 % every year, what will be the value of the car after 3 months?</a:t>
            </a:r>
          </a:p>
          <a:p>
            <a:pPr marL="0" indent="0" algn="l" rtl="0">
              <a:spcBef>
                <a:spcPts val="750"/>
              </a:spcBef>
              <a:spcAft>
                <a:spcPts val="2250"/>
              </a:spcAft>
              <a:buNone/>
            </a:pPr>
            <a:r>
              <a:rPr lang="en-US" b="0" i="0" dirty="0">
                <a:effectLst/>
                <a:latin typeface="Minion Pro"/>
              </a:rPr>
              <a:t>A. Rs. 11643</a:t>
            </a:r>
            <a:br>
              <a:rPr lang="en-US" b="0" i="0" dirty="0">
                <a:effectLst/>
                <a:latin typeface="Minion Pro"/>
              </a:rPr>
            </a:br>
            <a:r>
              <a:rPr lang="en-US" b="0" i="0" dirty="0">
                <a:effectLst/>
                <a:latin typeface="Minion Pro"/>
              </a:rPr>
              <a:t>B. Rs. 11640</a:t>
            </a:r>
            <a:br>
              <a:rPr lang="en-US" b="0" i="0" dirty="0">
                <a:effectLst/>
                <a:latin typeface="Minion Pro"/>
              </a:rPr>
            </a:br>
            <a:r>
              <a:rPr lang="en-US" b="0" i="0" dirty="0">
                <a:effectLst/>
                <a:latin typeface="Minion Pro"/>
              </a:rPr>
              <a:t>C. Rs. 11543</a:t>
            </a:r>
            <a:br>
              <a:rPr lang="en-US" b="0" i="0" dirty="0">
                <a:effectLst/>
                <a:latin typeface="Minion Pro"/>
              </a:rPr>
            </a:br>
            <a:r>
              <a:rPr lang="en-US" b="0" i="0" dirty="0">
                <a:effectLst/>
                <a:latin typeface="Minion Pro"/>
              </a:rPr>
              <a:t>D. Rs. 11580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2848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30 Best Ways to Say Thank You for Your Response | FutureofWorking.com">
            <a:extLst>
              <a:ext uri="{FF2B5EF4-FFF2-40B4-BE49-F238E27FC236}">
                <a16:creationId xmlns:a16="http://schemas.microsoft.com/office/drawing/2014/main" xmlns="" id="{915B2CD5-5281-A0CA-8399-973EE47FE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7634" y="606389"/>
            <a:ext cx="8470231" cy="5544154"/>
          </a:xfrm>
          <a:prstGeom prst="rect">
            <a:avLst/>
          </a:prstGeom>
          <a:noFill/>
          <a:effectLst>
            <a:innerShdw blurRad="63500" dist="50800" dir="18900000">
              <a:prstClr val="black">
                <a:alpha val="38000"/>
              </a:prstClr>
            </a:innerShdw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6177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2484</TotalTime>
  <Words>516</Words>
  <Application>Microsoft Office PowerPoint</Application>
  <PresentationFormat>On-screen Show (4:3)</PresentationFormat>
  <Paragraphs>61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Factors</dc:title>
  <dc:creator>md asif</dc:creator>
  <cp:lastModifiedBy>rahul</cp:lastModifiedBy>
  <cp:revision>179</cp:revision>
  <dcterms:created xsi:type="dcterms:W3CDTF">2019-08-11T12:51:04Z</dcterms:created>
  <dcterms:modified xsi:type="dcterms:W3CDTF">2025-01-12T05:38:48Z</dcterms:modified>
</cp:coreProperties>
</file>