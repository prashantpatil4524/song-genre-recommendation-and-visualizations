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4" r:id="rId4"/>
    <p:sldId id="275" r:id="rId5"/>
    <p:sldId id="265" r:id="rId6"/>
    <p:sldId id="271" r:id="rId7"/>
    <p:sldId id="272" r:id="rId8"/>
    <p:sldId id="273" r:id="rId9"/>
    <p:sldId id="274" r:id="rId10"/>
    <p:sldId id="266" r:id="rId11"/>
    <p:sldId id="267" r:id="rId12"/>
    <p:sldId id="269" r:id="rId13"/>
    <p:sldId id="268" r:id="rId14"/>
    <p:sldId id="259" r:id="rId15"/>
    <p:sldId id="260" r:id="rId16"/>
    <p:sldId id="261" r:id="rId17"/>
    <p:sldId id="262" r:id="rId18"/>
    <p:sldId id="263" r:id="rId19"/>
    <p:sldId id="276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F6B723-C6BF-4515-A3EB-DA94C4586912}" v="6" dt="2025-01-09T04:10:50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76" d="100"/>
          <a:sy n="76" d="100"/>
        </p:scale>
        <p:origin x="-492" y="-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Raj" userId="14d70dd8ca596344" providerId="LiveId" clId="{D3F6B723-C6BF-4515-A3EB-DA94C4586912}"/>
    <pc:docChg chg="undo custSel addSld modSld sldOrd">
      <pc:chgData name="Abhishek Raj" userId="14d70dd8ca596344" providerId="LiveId" clId="{D3F6B723-C6BF-4515-A3EB-DA94C4586912}" dt="2025-01-09T04:23:14.224" v="504" actId="2711"/>
      <pc:docMkLst>
        <pc:docMk/>
      </pc:docMkLst>
      <pc:sldChg chg="modSp mod">
        <pc:chgData name="Abhishek Raj" userId="14d70dd8ca596344" providerId="LiveId" clId="{D3F6B723-C6BF-4515-A3EB-DA94C4586912}" dt="2025-01-09T04:23:14.224" v="504" actId="2711"/>
        <pc:sldMkLst>
          <pc:docMk/>
          <pc:sldMk cId="2930870320" sldId="257"/>
        </pc:sldMkLst>
        <pc:spChg chg="mod">
          <ac:chgData name="Abhishek Raj" userId="14d70dd8ca596344" providerId="LiveId" clId="{D3F6B723-C6BF-4515-A3EB-DA94C4586912}" dt="2025-01-09T04:23:14.224" v="504" actId="2711"/>
          <ac:spMkLst>
            <pc:docMk/>
            <pc:sldMk cId="2930870320" sldId="257"/>
            <ac:spMk id="3" creationId="{7E9171EE-C6F8-318E-454B-C5A12E18B514}"/>
          </ac:spMkLst>
        </pc:spChg>
      </pc:sldChg>
      <pc:sldChg chg="delSp modSp new mod">
        <pc:chgData name="Abhishek Raj" userId="14d70dd8ca596344" providerId="LiveId" clId="{D3F6B723-C6BF-4515-A3EB-DA94C4586912}" dt="2025-01-09T04:16:40.395" v="454" actId="20577"/>
        <pc:sldMkLst>
          <pc:docMk/>
          <pc:sldMk cId="2975273172" sldId="258"/>
        </pc:sldMkLst>
        <pc:spChg chg="del">
          <ac:chgData name="Abhishek Raj" userId="14d70dd8ca596344" providerId="LiveId" clId="{D3F6B723-C6BF-4515-A3EB-DA94C4586912}" dt="2025-01-08T10:24:40.781" v="39" actId="478"/>
          <ac:spMkLst>
            <pc:docMk/>
            <pc:sldMk cId="2975273172" sldId="258"/>
            <ac:spMk id="2" creationId="{B98D4321-1E28-AA04-CAEE-704E32B1AC0F}"/>
          </ac:spMkLst>
        </pc:spChg>
        <pc:spChg chg="mod">
          <ac:chgData name="Abhishek Raj" userId="14d70dd8ca596344" providerId="LiveId" clId="{D3F6B723-C6BF-4515-A3EB-DA94C4586912}" dt="2025-01-09T04:16:40.395" v="454" actId="20577"/>
          <ac:spMkLst>
            <pc:docMk/>
            <pc:sldMk cId="2975273172" sldId="258"/>
            <ac:spMk id="3" creationId="{CE9BDB94-6015-E6CE-41C0-EC521F29A874}"/>
          </ac:spMkLst>
        </pc:spChg>
      </pc:sldChg>
      <pc:sldChg chg="delSp modSp new mod">
        <pc:chgData name="Abhishek Raj" userId="14d70dd8ca596344" providerId="LiveId" clId="{D3F6B723-C6BF-4515-A3EB-DA94C4586912}" dt="2025-01-09T04:09:02.254" v="434" actId="2711"/>
        <pc:sldMkLst>
          <pc:docMk/>
          <pc:sldMk cId="2247306509" sldId="259"/>
        </pc:sldMkLst>
        <pc:spChg chg="del">
          <ac:chgData name="Abhishek Raj" userId="14d70dd8ca596344" providerId="LiveId" clId="{D3F6B723-C6BF-4515-A3EB-DA94C4586912}" dt="2025-01-08T10:27:47.389" v="44" actId="478"/>
          <ac:spMkLst>
            <pc:docMk/>
            <pc:sldMk cId="2247306509" sldId="259"/>
            <ac:spMk id="2" creationId="{B0B1E9A5-8DDD-0D4A-EDCC-B79B5E3098F4}"/>
          </ac:spMkLst>
        </pc:spChg>
        <pc:spChg chg="mod">
          <ac:chgData name="Abhishek Raj" userId="14d70dd8ca596344" providerId="LiveId" clId="{D3F6B723-C6BF-4515-A3EB-DA94C4586912}" dt="2025-01-09T04:09:02.254" v="434" actId="2711"/>
          <ac:spMkLst>
            <pc:docMk/>
            <pc:sldMk cId="2247306509" sldId="259"/>
            <ac:spMk id="3" creationId="{4C055F38-75DB-C369-FC0E-9E30E2C49230}"/>
          </ac:spMkLst>
        </pc:spChg>
      </pc:sldChg>
      <pc:sldChg chg="delSp modSp new mod">
        <pc:chgData name="Abhishek Raj" userId="14d70dd8ca596344" providerId="LiveId" clId="{D3F6B723-C6BF-4515-A3EB-DA94C4586912}" dt="2025-01-09T04:09:12.084" v="435" actId="2711"/>
        <pc:sldMkLst>
          <pc:docMk/>
          <pc:sldMk cId="500404620" sldId="260"/>
        </pc:sldMkLst>
        <pc:spChg chg="del">
          <ac:chgData name="Abhishek Raj" userId="14d70dd8ca596344" providerId="LiveId" clId="{D3F6B723-C6BF-4515-A3EB-DA94C4586912}" dt="2025-01-08T10:31:18.543" v="67" actId="478"/>
          <ac:spMkLst>
            <pc:docMk/>
            <pc:sldMk cId="500404620" sldId="260"/>
            <ac:spMk id="2" creationId="{B1D9C7C0-06C2-A8E4-973B-DC2F967CD70F}"/>
          </ac:spMkLst>
        </pc:spChg>
        <pc:spChg chg="mod">
          <ac:chgData name="Abhishek Raj" userId="14d70dd8ca596344" providerId="LiveId" clId="{D3F6B723-C6BF-4515-A3EB-DA94C4586912}" dt="2025-01-09T04:09:12.084" v="435" actId="2711"/>
          <ac:spMkLst>
            <pc:docMk/>
            <pc:sldMk cId="500404620" sldId="260"/>
            <ac:spMk id="3" creationId="{A0123EF1-D04E-1E4F-6AB7-0544597EDD76}"/>
          </ac:spMkLst>
        </pc:spChg>
      </pc:sldChg>
      <pc:sldChg chg="delSp modSp new mod">
        <pc:chgData name="Abhishek Raj" userId="14d70dd8ca596344" providerId="LiveId" clId="{D3F6B723-C6BF-4515-A3EB-DA94C4586912}" dt="2025-01-09T04:09:41.497" v="437" actId="255"/>
        <pc:sldMkLst>
          <pc:docMk/>
          <pc:sldMk cId="3222895169" sldId="261"/>
        </pc:sldMkLst>
        <pc:spChg chg="del">
          <ac:chgData name="Abhishek Raj" userId="14d70dd8ca596344" providerId="LiveId" clId="{D3F6B723-C6BF-4515-A3EB-DA94C4586912}" dt="2025-01-08T10:33:02.915" v="97" actId="478"/>
          <ac:spMkLst>
            <pc:docMk/>
            <pc:sldMk cId="3222895169" sldId="261"/>
            <ac:spMk id="2" creationId="{72BF8380-1816-BC85-FA29-D9C20B0AF1E0}"/>
          </ac:spMkLst>
        </pc:spChg>
        <pc:spChg chg="mod">
          <ac:chgData name="Abhishek Raj" userId="14d70dd8ca596344" providerId="LiveId" clId="{D3F6B723-C6BF-4515-A3EB-DA94C4586912}" dt="2025-01-09T04:09:41.497" v="437" actId="255"/>
          <ac:spMkLst>
            <pc:docMk/>
            <pc:sldMk cId="3222895169" sldId="261"/>
            <ac:spMk id="3" creationId="{06DE2560-97C0-BF02-F179-83AB960F6A79}"/>
          </ac:spMkLst>
        </pc:spChg>
      </pc:sldChg>
      <pc:sldChg chg="delSp modSp new mod">
        <pc:chgData name="Abhishek Raj" userId="14d70dd8ca596344" providerId="LiveId" clId="{D3F6B723-C6BF-4515-A3EB-DA94C4586912}" dt="2025-01-09T04:09:59.027" v="439" actId="2711"/>
        <pc:sldMkLst>
          <pc:docMk/>
          <pc:sldMk cId="2386122759" sldId="262"/>
        </pc:sldMkLst>
        <pc:spChg chg="del">
          <ac:chgData name="Abhishek Raj" userId="14d70dd8ca596344" providerId="LiveId" clId="{D3F6B723-C6BF-4515-A3EB-DA94C4586912}" dt="2025-01-08T10:33:51.605" v="116" actId="478"/>
          <ac:spMkLst>
            <pc:docMk/>
            <pc:sldMk cId="2386122759" sldId="262"/>
            <ac:spMk id="2" creationId="{FA75DFA7-6AA1-D442-44A9-83B3E8AE89B9}"/>
          </ac:spMkLst>
        </pc:spChg>
        <pc:spChg chg="mod">
          <ac:chgData name="Abhishek Raj" userId="14d70dd8ca596344" providerId="LiveId" clId="{D3F6B723-C6BF-4515-A3EB-DA94C4586912}" dt="2025-01-09T04:09:59.027" v="439" actId="2711"/>
          <ac:spMkLst>
            <pc:docMk/>
            <pc:sldMk cId="2386122759" sldId="262"/>
            <ac:spMk id="3" creationId="{C313F6AE-9E1D-A78B-D5DF-3DB28EAF464D}"/>
          </ac:spMkLst>
        </pc:spChg>
      </pc:sldChg>
      <pc:sldChg chg="delSp modSp new mod">
        <pc:chgData name="Abhishek Raj" userId="14d70dd8ca596344" providerId="LiveId" clId="{D3F6B723-C6BF-4515-A3EB-DA94C4586912}" dt="2025-01-08T10:48:56.434" v="205" actId="5793"/>
        <pc:sldMkLst>
          <pc:docMk/>
          <pc:sldMk cId="566411127" sldId="263"/>
        </pc:sldMkLst>
        <pc:spChg chg="del">
          <ac:chgData name="Abhishek Raj" userId="14d70dd8ca596344" providerId="LiveId" clId="{D3F6B723-C6BF-4515-A3EB-DA94C4586912}" dt="2025-01-08T10:48:48.608" v="202" actId="478"/>
          <ac:spMkLst>
            <pc:docMk/>
            <pc:sldMk cId="566411127" sldId="263"/>
            <ac:spMk id="2" creationId="{910E2E95-7403-4E97-5FBC-008FDA4A8B91}"/>
          </ac:spMkLst>
        </pc:spChg>
        <pc:spChg chg="mod">
          <ac:chgData name="Abhishek Raj" userId="14d70dd8ca596344" providerId="LiveId" clId="{D3F6B723-C6BF-4515-A3EB-DA94C4586912}" dt="2025-01-08T10:48:56.434" v="205" actId="5793"/>
          <ac:spMkLst>
            <pc:docMk/>
            <pc:sldMk cId="566411127" sldId="263"/>
            <ac:spMk id="3" creationId="{23634DE1-A04D-96B5-046A-3ED29030D962}"/>
          </ac:spMkLst>
        </pc:spChg>
      </pc:sldChg>
      <pc:sldChg chg="delSp modSp new mod">
        <pc:chgData name="Abhishek Raj" userId="14d70dd8ca596344" providerId="LiveId" clId="{D3F6B723-C6BF-4515-A3EB-DA94C4586912}" dt="2025-01-08T10:38:57.130" v="140" actId="1076"/>
        <pc:sldMkLst>
          <pc:docMk/>
          <pc:sldMk cId="2717700825" sldId="264"/>
        </pc:sldMkLst>
        <pc:spChg chg="del">
          <ac:chgData name="Abhishek Raj" userId="14d70dd8ca596344" providerId="LiveId" clId="{D3F6B723-C6BF-4515-A3EB-DA94C4586912}" dt="2025-01-08T10:37:31.702" v="139" actId="478"/>
          <ac:spMkLst>
            <pc:docMk/>
            <pc:sldMk cId="2717700825" sldId="264"/>
            <ac:spMk id="2" creationId="{F37E3908-6FB6-4F70-5A05-D7AA5890054D}"/>
          </ac:spMkLst>
        </pc:spChg>
        <pc:spChg chg="mod">
          <ac:chgData name="Abhishek Raj" userId="14d70dd8ca596344" providerId="LiveId" clId="{D3F6B723-C6BF-4515-A3EB-DA94C4586912}" dt="2025-01-08T10:38:57.130" v="140" actId="1076"/>
          <ac:spMkLst>
            <pc:docMk/>
            <pc:sldMk cId="2717700825" sldId="264"/>
            <ac:spMk id="3" creationId="{9FA7A849-551E-848C-48FD-FC7F37F9FBED}"/>
          </ac:spMkLst>
        </pc:spChg>
      </pc:sldChg>
      <pc:sldChg chg="delSp modSp new mod">
        <pc:chgData name="Abhishek Raj" userId="14d70dd8ca596344" providerId="LiveId" clId="{D3F6B723-C6BF-4515-A3EB-DA94C4586912}" dt="2025-01-09T04:18:18.245" v="467" actId="2711"/>
        <pc:sldMkLst>
          <pc:docMk/>
          <pc:sldMk cId="295441524" sldId="265"/>
        </pc:sldMkLst>
        <pc:spChg chg="del">
          <ac:chgData name="Abhishek Raj" userId="14d70dd8ca596344" providerId="LiveId" clId="{D3F6B723-C6BF-4515-A3EB-DA94C4586912}" dt="2025-01-08T10:40:40.554" v="142" actId="478"/>
          <ac:spMkLst>
            <pc:docMk/>
            <pc:sldMk cId="295441524" sldId="265"/>
            <ac:spMk id="2" creationId="{CBE0E311-21C4-CBC1-22F8-7326663A3C1D}"/>
          </ac:spMkLst>
        </pc:spChg>
        <pc:spChg chg="mod">
          <ac:chgData name="Abhishek Raj" userId="14d70dd8ca596344" providerId="LiveId" clId="{D3F6B723-C6BF-4515-A3EB-DA94C4586912}" dt="2025-01-09T04:18:18.245" v="467" actId="2711"/>
          <ac:spMkLst>
            <pc:docMk/>
            <pc:sldMk cId="295441524" sldId="265"/>
            <ac:spMk id="3" creationId="{9947FED6-FDD0-6638-D211-FDA6339C6414}"/>
          </ac:spMkLst>
        </pc:spChg>
      </pc:sldChg>
      <pc:sldChg chg="delSp modSp new mod">
        <pc:chgData name="Abhishek Raj" userId="14d70dd8ca596344" providerId="LiveId" clId="{D3F6B723-C6BF-4515-A3EB-DA94C4586912}" dt="2025-01-08T11:28:50.585" v="417" actId="2711"/>
        <pc:sldMkLst>
          <pc:docMk/>
          <pc:sldMk cId="1302492357" sldId="266"/>
        </pc:sldMkLst>
        <pc:spChg chg="del">
          <ac:chgData name="Abhishek Raj" userId="14d70dd8ca596344" providerId="LiveId" clId="{D3F6B723-C6BF-4515-A3EB-DA94C4586912}" dt="2025-01-08T10:42:31.368" v="150" actId="478"/>
          <ac:spMkLst>
            <pc:docMk/>
            <pc:sldMk cId="1302492357" sldId="266"/>
            <ac:spMk id="2" creationId="{825592FA-FD5C-1E01-EB85-792B3F4E7543}"/>
          </ac:spMkLst>
        </pc:spChg>
        <pc:spChg chg="mod">
          <ac:chgData name="Abhishek Raj" userId="14d70dd8ca596344" providerId="LiveId" clId="{D3F6B723-C6BF-4515-A3EB-DA94C4586912}" dt="2025-01-08T11:28:50.585" v="417" actId="2711"/>
          <ac:spMkLst>
            <pc:docMk/>
            <pc:sldMk cId="1302492357" sldId="266"/>
            <ac:spMk id="3" creationId="{79D35D28-2403-0A08-59BD-0F12D40D66CA}"/>
          </ac:spMkLst>
        </pc:spChg>
      </pc:sldChg>
      <pc:sldChg chg="delSp modSp new mod">
        <pc:chgData name="Abhishek Raj" userId="14d70dd8ca596344" providerId="LiveId" clId="{D3F6B723-C6BF-4515-A3EB-DA94C4586912}" dt="2025-01-08T10:43:47.125" v="173" actId="5793"/>
        <pc:sldMkLst>
          <pc:docMk/>
          <pc:sldMk cId="926657158" sldId="267"/>
        </pc:sldMkLst>
        <pc:spChg chg="del">
          <ac:chgData name="Abhishek Raj" userId="14d70dd8ca596344" providerId="LiveId" clId="{D3F6B723-C6BF-4515-A3EB-DA94C4586912}" dt="2025-01-08T10:43:28.578" v="165" actId="478"/>
          <ac:spMkLst>
            <pc:docMk/>
            <pc:sldMk cId="926657158" sldId="267"/>
            <ac:spMk id="2" creationId="{D377F533-A941-A634-2456-87EDBBC2EF1F}"/>
          </ac:spMkLst>
        </pc:spChg>
        <pc:spChg chg="mod">
          <ac:chgData name="Abhishek Raj" userId="14d70dd8ca596344" providerId="LiveId" clId="{D3F6B723-C6BF-4515-A3EB-DA94C4586912}" dt="2025-01-08T10:43:47.125" v="173" actId="5793"/>
          <ac:spMkLst>
            <pc:docMk/>
            <pc:sldMk cId="926657158" sldId="267"/>
            <ac:spMk id="3" creationId="{CED9CB1E-0804-0F75-3FCD-F5BCA2B5F858}"/>
          </ac:spMkLst>
        </pc:spChg>
      </pc:sldChg>
      <pc:sldChg chg="delSp modSp new mod">
        <pc:chgData name="Abhishek Raj" userId="14d70dd8ca596344" providerId="LiveId" clId="{D3F6B723-C6BF-4515-A3EB-DA94C4586912}" dt="2025-01-08T10:44:26.693" v="183" actId="5793"/>
        <pc:sldMkLst>
          <pc:docMk/>
          <pc:sldMk cId="2225708243" sldId="268"/>
        </pc:sldMkLst>
        <pc:spChg chg="del">
          <ac:chgData name="Abhishek Raj" userId="14d70dd8ca596344" providerId="LiveId" clId="{D3F6B723-C6BF-4515-A3EB-DA94C4586912}" dt="2025-01-08T10:44:09.744" v="175" actId="478"/>
          <ac:spMkLst>
            <pc:docMk/>
            <pc:sldMk cId="2225708243" sldId="268"/>
            <ac:spMk id="2" creationId="{8AE90EFA-AECB-E922-3612-2BF7B90E50DC}"/>
          </ac:spMkLst>
        </pc:spChg>
        <pc:spChg chg="mod">
          <ac:chgData name="Abhishek Raj" userId="14d70dd8ca596344" providerId="LiveId" clId="{D3F6B723-C6BF-4515-A3EB-DA94C4586912}" dt="2025-01-08T10:44:26.693" v="183" actId="5793"/>
          <ac:spMkLst>
            <pc:docMk/>
            <pc:sldMk cId="2225708243" sldId="268"/>
            <ac:spMk id="3" creationId="{3B1035E0-1F63-A532-91C1-7EEEB6987150}"/>
          </ac:spMkLst>
        </pc:spChg>
      </pc:sldChg>
      <pc:sldChg chg="delSp modSp new mod">
        <pc:chgData name="Abhishek Raj" userId="14d70dd8ca596344" providerId="LiveId" clId="{D3F6B723-C6BF-4515-A3EB-DA94C4586912}" dt="2025-01-08T10:46:35.405" v="194" actId="1076"/>
        <pc:sldMkLst>
          <pc:docMk/>
          <pc:sldMk cId="352150728" sldId="269"/>
        </pc:sldMkLst>
        <pc:spChg chg="del">
          <ac:chgData name="Abhishek Raj" userId="14d70dd8ca596344" providerId="LiveId" clId="{D3F6B723-C6BF-4515-A3EB-DA94C4586912}" dt="2025-01-08T10:46:31.936" v="193" actId="478"/>
          <ac:spMkLst>
            <pc:docMk/>
            <pc:sldMk cId="352150728" sldId="269"/>
            <ac:spMk id="2" creationId="{645F4398-AA1F-FE86-687E-E8B43A54F89F}"/>
          </ac:spMkLst>
        </pc:spChg>
        <pc:spChg chg="mod">
          <ac:chgData name="Abhishek Raj" userId="14d70dd8ca596344" providerId="LiveId" clId="{D3F6B723-C6BF-4515-A3EB-DA94C4586912}" dt="2025-01-08T10:46:35.405" v="194" actId="1076"/>
          <ac:spMkLst>
            <pc:docMk/>
            <pc:sldMk cId="352150728" sldId="269"/>
            <ac:spMk id="3" creationId="{AF8D642F-1372-1CC7-B241-1B4F92EE09DF}"/>
          </ac:spMkLst>
        </pc:spChg>
      </pc:sldChg>
      <pc:sldChg chg="addSp delSp modSp new mod">
        <pc:chgData name="Abhishek Raj" userId="14d70dd8ca596344" providerId="LiveId" clId="{D3F6B723-C6BF-4515-A3EB-DA94C4586912}" dt="2025-01-09T04:10:50.829" v="446" actId="1076"/>
        <pc:sldMkLst>
          <pc:docMk/>
          <pc:sldMk cId="3229553010" sldId="270"/>
        </pc:sldMkLst>
        <pc:spChg chg="del">
          <ac:chgData name="Abhishek Raj" userId="14d70dd8ca596344" providerId="LiveId" clId="{D3F6B723-C6BF-4515-A3EB-DA94C4586912}" dt="2025-01-09T04:10:31.915" v="441" actId="478"/>
          <ac:spMkLst>
            <pc:docMk/>
            <pc:sldMk cId="3229553010" sldId="270"/>
            <ac:spMk id="2" creationId="{D647986B-E9C1-B5DE-5167-9781FD383228}"/>
          </ac:spMkLst>
        </pc:spChg>
        <pc:spChg chg="del">
          <ac:chgData name="Abhishek Raj" userId="14d70dd8ca596344" providerId="LiveId" clId="{D3F6B723-C6BF-4515-A3EB-DA94C4586912}" dt="2025-01-09T04:10:29.227" v="440"/>
          <ac:spMkLst>
            <pc:docMk/>
            <pc:sldMk cId="3229553010" sldId="270"/>
            <ac:spMk id="3" creationId="{E973DB9C-CDF2-16B8-63E3-D72C91EA7A61}"/>
          </ac:spMkLst>
        </pc:spChg>
        <pc:picChg chg="add mod">
          <ac:chgData name="Abhishek Raj" userId="14d70dd8ca596344" providerId="LiveId" clId="{D3F6B723-C6BF-4515-A3EB-DA94C4586912}" dt="2025-01-09T04:10:50.829" v="446" actId="1076"/>
          <ac:picMkLst>
            <pc:docMk/>
            <pc:sldMk cId="3229553010" sldId="270"/>
            <ac:picMk id="4" creationId="{B0C94884-ED9F-410A-E0FC-E764A10F8D95}"/>
          </ac:picMkLst>
        </pc:picChg>
      </pc:sldChg>
      <pc:sldChg chg="delSp modSp new mod ord">
        <pc:chgData name="Abhishek Raj" userId="14d70dd8ca596344" providerId="LiveId" clId="{D3F6B723-C6BF-4515-A3EB-DA94C4586912}" dt="2025-01-09T04:18:52.083" v="468" actId="2711"/>
        <pc:sldMkLst>
          <pc:docMk/>
          <pc:sldMk cId="1884905314" sldId="271"/>
        </pc:sldMkLst>
        <pc:spChg chg="del">
          <ac:chgData name="Abhishek Raj" userId="14d70dd8ca596344" providerId="LiveId" clId="{D3F6B723-C6BF-4515-A3EB-DA94C4586912}" dt="2025-01-08T11:00:22.496" v="213" actId="478"/>
          <ac:spMkLst>
            <pc:docMk/>
            <pc:sldMk cId="1884905314" sldId="271"/>
            <ac:spMk id="2" creationId="{35C58C9A-6B46-62B2-7653-994D162AF500}"/>
          </ac:spMkLst>
        </pc:spChg>
        <pc:spChg chg="mod">
          <ac:chgData name="Abhishek Raj" userId="14d70dd8ca596344" providerId="LiveId" clId="{D3F6B723-C6BF-4515-A3EB-DA94C4586912}" dt="2025-01-09T04:18:52.083" v="468" actId="2711"/>
          <ac:spMkLst>
            <pc:docMk/>
            <pc:sldMk cId="1884905314" sldId="271"/>
            <ac:spMk id="3" creationId="{13977D09-C4A2-5230-43A2-7904C8F94C6E}"/>
          </ac:spMkLst>
        </pc:spChg>
      </pc:sldChg>
      <pc:sldChg chg="delSp modSp new mod">
        <pc:chgData name="Abhishek Raj" userId="14d70dd8ca596344" providerId="LiveId" clId="{D3F6B723-C6BF-4515-A3EB-DA94C4586912}" dt="2025-01-09T04:19:38.050" v="480" actId="1076"/>
        <pc:sldMkLst>
          <pc:docMk/>
          <pc:sldMk cId="1598870140" sldId="272"/>
        </pc:sldMkLst>
        <pc:spChg chg="del">
          <ac:chgData name="Abhishek Raj" userId="14d70dd8ca596344" providerId="LiveId" clId="{D3F6B723-C6BF-4515-A3EB-DA94C4586912}" dt="2025-01-08T11:17:17.135" v="281" actId="478"/>
          <ac:spMkLst>
            <pc:docMk/>
            <pc:sldMk cId="1598870140" sldId="272"/>
            <ac:spMk id="2" creationId="{375EF5C7-3F49-02F8-0C6C-C7920EEBF191}"/>
          </ac:spMkLst>
        </pc:spChg>
        <pc:spChg chg="mod">
          <ac:chgData name="Abhishek Raj" userId="14d70dd8ca596344" providerId="LiveId" clId="{D3F6B723-C6BF-4515-A3EB-DA94C4586912}" dt="2025-01-09T04:19:38.050" v="480" actId="1076"/>
          <ac:spMkLst>
            <pc:docMk/>
            <pc:sldMk cId="1598870140" sldId="272"/>
            <ac:spMk id="3" creationId="{5EFA67FB-FFA2-8DF4-5C3A-F0E589F1CD54}"/>
          </ac:spMkLst>
        </pc:spChg>
      </pc:sldChg>
      <pc:sldChg chg="delSp modSp new mod">
        <pc:chgData name="Abhishek Raj" userId="14d70dd8ca596344" providerId="LiveId" clId="{D3F6B723-C6BF-4515-A3EB-DA94C4586912}" dt="2025-01-08T11:29:57.408" v="427" actId="2711"/>
        <pc:sldMkLst>
          <pc:docMk/>
          <pc:sldMk cId="3593260950" sldId="273"/>
        </pc:sldMkLst>
        <pc:spChg chg="del">
          <ac:chgData name="Abhishek Raj" userId="14d70dd8ca596344" providerId="LiveId" clId="{D3F6B723-C6BF-4515-A3EB-DA94C4586912}" dt="2025-01-08T11:18:32.624" v="307" actId="478"/>
          <ac:spMkLst>
            <pc:docMk/>
            <pc:sldMk cId="3593260950" sldId="273"/>
            <ac:spMk id="2" creationId="{FCDC8DD4-6756-0151-428C-DAF5A3F278A1}"/>
          </ac:spMkLst>
        </pc:spChg>
        <pc:spChg chg="mod">
          <ac:chgData name="Abhishek Raj" userId="14d70dd8ca596344" providerId="LiveId" clId="{D3F6B723-C6BF-4515-A3EB-DA94C4586912}" dt="2025-01-08T11:29:57.408" v="427" actId="2711"/>
          <ac:spMkLst>
            <pc:docMk/>
            <pc:sldMk cId="3593260950" sldId="273"/>
            <ac:spMk id="3" creationId="{ECBD47FE-CF89-EED7-3C0A-762C96E15A1E}"/>
          </ac:spMkLst>
        </pc:spChg>
      </pc:sldChg>
      <pc:sldChg chg="delSp modSp new mod">
        <pc:chgData name="Abhishek Raj" userId="14d70dd8ca596344" providerId="LiveId" clId="{D3F6B723-C6BF-4515-A3EB-DA94C4586912}" dt="2025-01-08T11:29:39.232" v="424" actId="20577"/>
        <pc:sldMkLst>
          <pc:docMk/>
          <pc:sldMk cId="2417927915" sldId="274"/>
        </pc:sldMkLst>
        <pc:spChg chg="del">
          <ac:chgData name="Abhishek Raj" userId="14d70dd8ca596344" providerId="LiveId" clId="{D3F6B723-C6BF-4515-A3EB-DA94C4586912}" dt="2025-01-08T11:20:17.650" v="333" actId="478"/>
          <ac:spMkLst>
            <pc:docMk/>
            <pc:sldMk cId="2417927915" sldId="274"/>
            <ac:spMk id="2" creationId="{AFB7BB9C-382E-FDC3-453D-72A16AE306EB}"/>
          </ac:spMkLst>
        </pc:spChg>
        <pc:spChg chg="mod">
          <ac:chgData name="Abhishek Raj" userId="14d70dd8ca596344" providerId="LiveId" clId="{D3F6B723-C6BF-4515-A3EB-DA94C4586912}" dt="2025-01-08T11:29:39.232" v="424" actId="20577"/>
          <ac:spMkLst>
            <pc:docMk/>
            <pc:sldMk cId="2417927915" sldId="274"/>
            <ac:spMk id="3" creationId="{2E2B87AE-15AD-0DC7-56C5-AB0D6E574907}"/>
          </ac:spMkLst>
        </pc:spChg>
      </pc:sldChg>
      <pc:sldChg chg="delSp modSp new mod">
        <pc:chgData name="Abhishek Raj" userId="14d70dd8ca596344" providerId="LiveId" clId="{D3F6B723-C6BF-4515-A3EB-DA94C4586912}" dt="2025-01-09T04:20:18.637" v="491" actId="20577"/>
        <pc:sldMkLst>
          <pc:docMk/>
          <pc:sldMk cId="1517009087" sldId="275"/>
        </pc:sldMkLst>
        <pc:spChg chg="del">
          <ac:chgData name="Abhishek Raj" userId="14d70dd8ca596344" providerId="LiveId" clId="{D3F6B723-C6BF-4515-A3EB-DA94C4586912}" dt="2025-01-08T11:26:12.375" v="394" actId="478"/>
          <ac:spMkLst>
            <pc:docMk/>
            <pc:sldMk cId="1517009087" sldId="275"/>
            <ac:spMk id="2" creationId="{8E265884-0B3C-BEC3-D4D2-25B3CA50E391}"/>
          </ac:spMkLst>
        </pc:spChg>
        <pc:spChg chg="mod">
          <ac:chgData name="Abhishek Raj" userId="14d70dd8ca596344" providerId="LiveId" clId="{D3F6B723-C6BF-4515-A3EB-DA94C4586912}" dt="2025-01-09T04:20:18.637" v="491" actId="20577"/>
          <ac:spMkLst>
            <pc:docMk/>
            <pc:sldMk cId="1517009087" sldId="275"/>
            <ac:spMk id="3" creationId="{BA51E212-E656-7ECD-567C-1C59071B068A}"/>
          </ac:spMkLst>
        </pc:spChg>
      </pc:sldChg>
      <pc:sldChg chg="delSp modSp new mod">
        <pc:chgData name="Abhishek Raj" userId="14d70dd8ca596344" providerId="LiveId" clId="{D3F6B723-C6BF-4515-A3EB-DA94C4586912}" dt="2025-01-09T04:22:45.908" v="503" actId="5793"/>
        <pc:sldMkLst>
          <pc:docMk/>
          <pc:sldMk cId="1381983648" sldId="276"/>
        </pc:sldMkLst>
        <pc:spChg chg="del">
          <ac:chgData name="Abhishek Raj" userId="14d70dd8ca596344" providerId="LiveId" clId="{D3F6B723-C6BF-4515-A3EB-DA94C4586912}" dt="2025-01-09T04:22:29.410" v="495" actId="478"/>
          <ac:spMkLst>
            <pc:docMk/>
            <pc:sldMk cId="1381983648" sldId="276"/>
            <ac:spMk id="2" creationId="{AA6A0CF4-426B-0C4F-31D5-D029890107F3}"/>
          </ac:spMkLst>
        </pc:spChg>
        <pc:spChg chg="mod">
          <ac:chgData name="Abhishek Raj" userId="14d70dd8ca596344" providerId="LiveId" clId="{D3F6B723-C6BF-4515-A3EB-DA94C4586912}" dt="2025-01-09T04:22:45.908" v="503" actId="5793"/>
          <ac:spMkLst>
            <pc:docMk/>
            <pc:sldMk cId="1381983648" sldId="276"/>
            <ac:spMk id="3" creationId="{C80D8941-6C7F-156A-56F3-BE2B7A66B61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179313-2AE4-12AE-C8A9-08BA28B5F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94F917B-54F1-FD9F-ECEF-AB52DF62F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68FCD87-7D8D-14F3-53C0-F89A39FD1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F02-6E99-4588-AF85-29D7BA7B28D3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15F96F-14D8-F956-FABB-3E4C40FD8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03395E6-678D-9BBF-4913-8BE0C070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9D5F-9BBB-4FF7-ADEF-39BFF0DF2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438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D0660D-154F-FEEC-DF9B-958BCB2F7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E37B5B-6502-BDD5-D7D6-DB8FA21E4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FD47372-62E8-951F-D339-7C1F62312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F02-6E99-4588-AF85-29D7BA7B28D3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C6B1796-18E3-14D6-F1C5-6B074AEC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4882C0-C7C2-F0D6-B3E2-228B59B7E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9D5F-9BBB-4FF7-ADEF-39BFF0DF2F6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77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DE0435-BC02-12DC-AECE-BE78D4E85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C48CE21-00E5-990F-E651-A82C3B238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9C8D76-2EB4-A49B-1C94-797C7A8B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F02-6E99-4588-AF85-29D7BA7B28D3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F020AB9-C667-A8DD-3479-DFCCC35E1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B86E0C-0CDE-E89F-5E41-646529E9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9D5F-9BBB-4FF7-ADEF-39BFF0DF2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171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819913-ED1F-AD81-F29C-F886A5D1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4779F6-B2D8-4FB4-B9EC-9840463E0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D24B33B-2A05-DD9E-9ECC-E69CDB96B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D4440E1-13FF-92F7-89FE-5C11029D2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F02-6E99-4588-AF85-29D7BA7B28D3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D5B38CF-CCAF-1E81-B530-4AE449E7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F389B4E-89D8-7992-A40E-2BF7A595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9D5F-9BBB-4FF7-ADEF-39BFF0DF2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027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D15FF8-9A39-AE6B-8711-F5D39FC9A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6463EEA-2D0C-4AD6-FE06-92B4C660F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8BA982B-42D1-E3DC-8CD3-433218EF1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D7B57C6-8971-A455-2890-3D866370E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7A0E454-6866-E642-B0CF-853078D1D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B5834A3-978A-CA89-9D2C-7C623DB59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F02-6E99-4588-AF85-29D7BA7B28D3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F4C795B-09CA-2F74-6AC4-19FD96A0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A7663F3-FCEE-B708-153C-BDA9BFFB0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9D5F-9BBB-4FF7-ADEF-39BFF0DF2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031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466A26-6C3F-B382-6E2A-A09DD0524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9931602-FED4-440F-AEA5-225AFEBEA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F02-6E99-4588-AF85-29D7BA7B28D3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8FA03BF-61EA-4BB4-451A-46E15EF5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293961D-8C89-8E65-4C97-52D37FBF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9D5F-9BBB-4FF7-ADEF-39BFF0DF2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145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FA65F6C-3149-6956-23F3-C62AA2F31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F02-6E99-4588-AF85-29D7BA7B28D3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3B7F2C6-BFCC-CAF6-4019-02543C218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39E840A-8047-0354-F99B-ACC923BF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9D5F-9BBB-4FF7-ADEF-39BFF0DF2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94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3A099A-7CDB-040D-A5BB-849BF92AF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B38A91-F453-6F6F-0E7C-91D986557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090CA9B-7EB5-B60A-EE30-4008FC5C5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616E99C-84D1-F7DE-FA94-34A4BF2BB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F02-6E99-4588-AF85-29D7BA7B28D3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DDBF5DD-8501-7DC0-6817-1A8DFC2FD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405D1CF-C0C7-6DAD-1DCF-1E8576837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9D5F-9BBB-4FF7-ADEF-39BFF0DF2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555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636C56-2A9D-AC1A-9B65-9FCE157CE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749B5A3-B4C5-375A-A562-3F86EC86B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91294EC-F1CC-8596-3F34-CDD2ACDF4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F581E43-C6A3-4A21-EACA-F93186E6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F02-6E99-4588-AF85-29D7BA7B28D3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17CB163-BB12-B12A-A5B5-21C5BBFB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5CEBA25-50F0-1E22-E3C8-CB637684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9D5F-9BBB-4FF7-ADEF-39BFF0DF2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99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4F106D-4743-FCE5-A476-B4BE3515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932A6A0-C2E0-E41D-3225-54B299B22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EE6AB49-30EB-C450-9F69-02C39D303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F02-6E99-4588-AF85-29D7BA7B28D3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4F8FC6F-CA64-C2D3-5DE6-5DF25FEB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5FE8AFF-6E45-DED3-E081-18600F4D4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9D5F-9BBB-4FF7-ADEF-39BFF0DF2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563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F2C181F-3523-446C-4F64-64A45A1DC0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A2FFFA0-8FFD-2700-757E-A9A66A5CA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411B865-0C04-B45D-DAD9-36CAC2A5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F02-6E99-4588-AF85-29D7BA7B28D3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EDFF4F6-1D42-AA1E-D062-25FEF529D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B7980A-FC8B-138E-510F-DADD2642A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39D5F-9BBB-4FF7-ADEF-39BFF0DF2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820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2C0D743-85CD-435C-0170-A079FC1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27DE8AB-3FBF-2517-F965-880E4AC8D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23AC19-FEB7-5B10-258E-3818A1025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F02-6E99-4588-AF85-29D7BA7B28D3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2677D2A-E0F5-1965-3552-F8BAFD4659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99B6E89-C1A2-12E7-1F8D-6014F23133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39D5F-9BBB-4FF7-ADEF-39BFF0DF2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379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ppr.com/guides/biology/human-health-and-diseases/types-of-diseases/" TargetMode="External"/><Relationship Id="rId2" Type="http://schemas.openxmlformats.org/officeDocument/2006/relationships/hyperlink" Target="https://www.toppr.com/guides/economics/poverty-as-a-challenge/poverty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9171EE-C6F8-318E-454B-C5A12E18B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22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400" dirty="0">
                <a:latin typeface="Book Antiqua" panose="02040602050305030304" pitchFamily="18" charset="0"/>
              </a:rPr>
              <a:t>                                PEA – 516</a:t>
            </a:r>
          </a:p>
          <a:p>
            <a:pPr marL="0" indent="0">
              <a:buNone/>
            </a:pPr>
            <a:endParaRPr lang="en-IN" sz="44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IN" sz="4400" dirty="0">
                <a:latin typeface="Book Antiqua" panose="02040602050305030304" pitchFamily="18" charset="0"/>
              </a:rPr>
              <a:t>                              Lecture – </a:t>
            </a:r>
            <a:r>
              <a:rPr lang="en-IN" sz="4400" dirty="0" smtClean="0">
                <a:latin typeface="Book Antiqua" panose="02040602050305030304" pitchFamily="18" charset="0"/>
              </a:rPr>
              <a:t>12</a:t>
            </a:r>
            <a:endParaRPr lang="en-IN" sz="44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en-IN" sz="44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IN" sz="4400" dirty="0">
                <a:latin typeface="Book Antiqua" panose="02040602050305030304" pitchFamily="18" charset="0"/>
              </a:rPr>
              <a:t>          Alphabet test and logical sequence</a:t>
            </a:r>
          </a:p>
        </p:txBody>
      </p:sp>
    </p:spTree>
    <p:extLst>
      <p:ext uri="{BB962C8B-B14F-4D97-AF65-F5344CB8AC3E}">
        <p14:creationId xmlns:p14="http://schemas.microsoft.com/office/powerpoint/2010/main" val="2930870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9BDB94-6015-E6CE-41C0-EC521F29A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Book Antiqua" panose="02040602050305030304" pitchFamily="18" charset="0"/>
              </a:rPr>
              <a:t>CONTENT -:</a:t>
            </a:r>
          </a:p>
          <a:p>
            <a:r>
              <a:rPr lang="en-US" dirty="0">
                <a:latin typeface="Book Antiqua" panose="02040602050305030304" pitchFamily="18" charset="0"/>
              </a:rPr>
              <a:t>Alphabetical and logical order of words</a:t>
            </a:r>
            <a:endParaRPr lang="en-IN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Word formation by unscrambling letters</a:t>
            </a:r>
            <a:endParaRPr lang="en-IN" dirty="0">
              <a:latin typeface="Book Antiqua" panose="02040602050305030304" pitchFamily="18" charset="0"/>
            </a:endParaRPr>
          </a:p>
          <a:p>
            <a:r>
              <a:rPr lang="en-IN" dirty="0">
                <a:latin typeface="Book Antiqua" panose="02040602050305030304" pitchFamily="18" charset="0"/>
              </a:rPr>
              <a:t>Alpha-numeric sequence puzzle</a:t>
            </a:r>
          </a:p>
        </p:txBody>
      </p:sp>
    </p:spTree>
    <p:extLst>
      <p:ext uri="{BB962C8B-B14F-4D97-AF65-F5344CB8AC3E}">
        <p14:creationId xmlns:p14="http://schemas.microsoft.com/office/powerpoint/2010/main" val="297527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A7A849-551E-848C-48FD-FC7F37F9F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978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12700" algn="just">
              <a:lnSpc>
                <a:spcPct val="150000"/>
              </a:lnSpc>
              <a:spcBef>
                <a:spcPts val="100"/>
              </a:spcBef>
            </a:pPr>
            <a:r>
              <a:rPr lang="en-IN" sz="3200" b="1" dirty="0">
                <a:latin typeface="Book Antiqua" panose="02040602050305030304" pitchFamily="18" charset="0"/>
              </a:rPr>
              <a:t>Question: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Which</a:t>
            </a:r>
            <a:r>
              <a:rPr lang="en-US" sz="2800" spc="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of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the following</a:t>
            </a:r>
            <a:r>
              <a:rPr lang="en-US" sz="2800" spc="4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words will</a:t>
            </a:r>
            <a:r>
              <a:rPr lang="en-US" sz="2800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come second</a:t>
            </a:r>
            <a:r>
              <a:rPr lang="en-US" sz="2800" spc="-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in</a:t>
            </a:r>
            <a:r>
              <a:rPr lang="en-US" sz="2800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the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English</a:t>
            </a:r>
            <a:r>
              <a:rPr lang="en-US" sz="2800" spc="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dictionary?</a:t>
            </a:r>
            <a:endParaRPr lang="en-US" sz="2800" dirty="0">
              <a:latin typeface="Book Antiqua" panose="02040602050305030304" pitchFamily="18" charset="0"/>
              <a:cs typeface="Verdana"/>
            </a:endParaRPr>
          </a:p>
          <a:p>
            <a:pPr marL="12066" algn="just">
              <a:lnSpc>
                <a:spcPct val="150000"/>
              </a:lnSpc>
              <a:spcBef>
                <a:spcPts val="300"/>
              </a:spcBef>
              <a:buClr>
                <a:srgbClr val="4F81BC"/>
              </a:buClr>
              <a:buSzPct val="79166"/>
              <a:tabLst>
                <a:tab pos="469900" algn="l"/>
                <a:tab pos="470534" algn="l"/>
              </a:tabLst>
            </a:pP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[A] Magical</a:t>
            </a:r>
            <a:endParaRPr lang="en-US" sz="2800" dirty="0">
              <a:latin typeface="Book Antiqua" panose="02040602050305030304" pitchFamily="18" charset="0"/>
              <a:cs typeface="Verdana"/>
            </a:endParaRPr>
          </a:p>
          <a:p>
            <a:pPr marL="12066" algn="just">
              <a:lnSpc>
                <a:spcPct val="150000"/>
              </a:lnSpc>
              <a:spcBef>
                <a:spcPts val="300"/>
              </a:spcBef>
              <a:buClr>
                <a:srgbClr val="4F81BC"/>
              </a:buClr>
              <a:buSzPct val="79166"/>
              <a:tabLst>
                <a:tab pos="469900" algn="l"/>
                <a:tab pos="470534" algn="l"/>
              </a:tabLst>
            </a:pP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[B] Magnify</a:t>
            </a:r>
            <a:endParaRPr lang="en-US" sz="2800" dirty="0">
              <a:latin typeface="Book Antiqua" panose="02040602050305030304" pitchFamily="18" charset="0"/>
              <a:cs typeface="Verdana"/>
            </a:endParaRPr>
          </a:p>
          <a:p>
            <a:pPr marL="12066" algn="just">
              <a:lnSpc>
                <a:spcPct val="150000"/>
              </a:lnSpc>
              <a:spcBef>
                <a:spcPts val="300"/>
              </a:spcBef>
              <a:buClr>
                <a:srgbClr val="4F81BC"/>
              </a:buClr>
              <a:buSzPct val="79166"/>
              <a:tabLst>
                <a:tab pos="469900" algn="l"/>
                <a:tab pos="470534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[C] Maternal</a:t>
            </a:r>
          </a:p>
          <a:p>
            <a:pPr marL="12066" algn="just">
              <a:lnSpc>
                <a:spcPct val="150000"/>
              </a:lnSpc>
              <a:spcBef>
                <a:spcPts val="300"/>
              </a:spcBef>
              <a:buClr>
                <a:srgbClr val="4F81BC"/>
              </a:buClr>
              <a:buSzPct val="79166"/>
              <a:tabLst>
                <a:tab pos="469900" algn="l"/>
                <a:tab pos="470534" algn="l"/>
              </a:tabLst>
            </a:pP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[D] Marshal</a:t>
            </a:r>
            <a:endParaRPr lang="en-US" sz="2800" dirty="0">
              <a:latin typeface="Book Antiqua" panose="02040602050305030304" pitchFamily="18" charset="0"/>
              <a:cs typeface="Verdana"/>
            </a:endParaRPr>
          </a:p>
          <a:p>
            <a:pPr marL="12066" algn="just">
              <a:lnSpc>
                <a:spcPct val="150000"/>
              </a:lnSpc>
              <a:spcBef>
                <a:spcPts val="300"/>
              </a:spcBef>
              <a:buClr>
                <a:srgbClr val="4F81BC"/>
              </a:buClr>
              <a:buSzPct val="79166"/>
              <a:tabLst>
                <a:tab pos="469900" algn="l"/>
                <a:tab pos="470534" algn="l"/>
              </a:tabLst>
            </a:pP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[E] Magnetic</a:t>
            </a:r>
            <a:endParaRPr lang="en-IN" sz="2800" dirty="0">
              <a:latin typeface="Book Antiqua" panose="0204060205030503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700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51E212-E656-7ECD-567C-1C59071B0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957560" cy="4351338"/>
          </a:xfrm>
        </p:spPr>
        <p:txBody>
          <a:bodyPr>
            <a:normAutofit fontScale="92500" lnSpcReduction="10000"/>
          </a:bodyPr>
          <a:lstStyle/>
          <a:p>
            <a:pPr marL="0" indent="0" algn="l" fontAlgn="base">
              <a:buNone/>
            </a:pPr>
            <a:r>
              <a:rPr lang="en-US" i="0" dirty="0">
                <a:effectLst/>
                <a:latin typeface="Book Antiqua" panose="02040602050305030304" pitchFamily="18" charset="0"/>
              </a:rPr>
              <a:t>Que-: Arrange the words given below as per order in the dictionary.</a:t>
            </a:r>
          </a:p>
          <a:p>
            <a:pPr marL="0" indent="0" algn="l" fontAlgn="base">
              <a:buNone/>
            </a:pPr>
            <a:r>
              <a:rPr lang="en-US" i="0" dirty="0">
                <a:effectLst/>
                <a:latin typeface="Book Antiqua" panose="02040602050305030304" pitchFamily="18" charset="0"/>
              </a:rPr>
              <a:t/>
            </a:r>
            <a:br>
              <a:rPr lang="en-US" i="0" dirty="0">
                <a:effectLst/>
                <a:latin typeface="Book Antiqua" panose="02040602050305030304" pitchFamily="18" charset="0"/>
              </a:rPr>
            </a:br>
            <a:r>
              <a:rPr lang="en-US" i="0" dirty="0">
                <a:effectLst/>
                <a:latin typeface="Book Antiqua" panose="02040602050305030304" pitchFamily="18" charset="0"/>
              </a:rPr>
              <a:t>A. Shortfall, B. Symposium, C. Spotlight, D. Symbol, E. Splitting</a:t>
            </a:r>
          </a:p>
          <a:p>
            <a:pPr marL="0" indent="0" algn="l" fontAlgn="base">
              <a:buNone/>
            </a:pPr>
            <a:endParaRPr lang="en-US" i="0" dirty="0">
              <a:effectLst/>
              <a:latin typeface="Book Antiqua" panose="02040602050305030304" pitchFamily="18" charset="0"/>
            </a:endParaRP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US" i="0" dirty="0">
                <a:effectLst/>
                <a:latin typeface="Book Antiqua" panose="02040602050305030304" pitchFamily="18" charset="0"/>
              </a:rPr>
              <a:t>A, E, C, D, B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US" i="0" dirty="0">
                <a:effectLst/>
                <a:latin typeface="Book Antiqua" panose="02040602050305030304" pitchFamily="18" charset="0"/>
              </a:rPr>
              <a:t>A, D, C, E, B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US" i="0" dirty="0">
                <a:effectLst/>
                <a:latin typeface="Book Antiqua" panose="02040602050305030304" pitchFamily="18" charset="0"/>
              </a:rPr>
              <a:t>A, B, C, D, E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US" i="0" dirty="0">
                <a:effectLst/>
                <a:latin typeface="Book Antiqua" panose="02040602050305030304" pitchFamily="18" charset="0"/>
              </a:rPr>
              <a:t>A, C, E, D, B</a:t>
            </a:r>
          </a:p>
          <a:p>
            <a:endParaRPr lang="en-IN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009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47FED6-FDD0-6638-D211-FDA6339C6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120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spcBef>
                <a:spcPts val="100"/>
              </a:spcBef>
              <a:buNone/>
            </a:pPr>
            <a:r>
              <a:rPr lang="en-IN" sz="3200" b="1" dirty="0">
                <a:latin typeface="Book Antiqua" panose="02040602050305030304" pitchFamily="18" charset="0"/>
              </a:rPr>
              <a:t>Question: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Which of the following words will  come in the middle if all of them are  arranged alphabetically as in a  dictionary</a:t>
            </a: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?</a:t>
            </a:r>
            <a:endParaRPr lang="en-US" sz="2800" dirty="0">
              <a:latin typeface="Book Antiqua" panose="02040602050305030304" pitchFamily="18" charset="0"/>
              <a:cs typeface="Verdana"/>
            </a:endParaRPr>
          </a:p>
          <a:p>
            <a:pPr marL="0" indent="0" algn="just">
              <a:lnSpc>
                <a:spcPct val="150000"/>
              </a:lnSpc>
              <a:spcBef>
                <a:spcPts val="300"/>
              </a:spcBef>
              <a:buClr>
                <a:srgbClr val="4F81BC"/>
              </a:buClr>
              <a:buSzPct val="79166"/>
              <a:buNone/>
              <a:tabLst>
                <a:tab pos="469900" algn="l"/>
                <a:tab pos="470534" algn="l"/>
              </a:tabLst>
            </a:pP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[A] Apology</a:t>
            </a:r>
            <a:endParaRPr lang="en-US" sz="2800" dirty="0">
              <a:latin typeface="Book Antiqua" panose="02040602050305030304" pitchFamily="18" charset="0"/>
              <a:cs typeface="Verdana"/>
            </a:endParaRPr>
          </a:p>
          <a:p>
            <a:pPr marL="0" indent="0" algn="just">
              <a:lnSpc>
                <a:spcPct val="150000"/>
              </a:lnSpc>
              <a:spcBef>
                <a:spcPts val="300"/>
              </a:spcBef>
              <a:buClr>
                <a:srgbClr val="4F81BC"/>
              </a:buClr>
              <a:buSzPct val="79166"/>
              <a:buNone/>
              <a:tabLst>
                <a:tab pos="469900" algn="l"/>
                <a:tab pos="470534" algn="l"/>
              </a:tabLst>
            </a:pP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[B] Branch</a:t>
            </a:r>
            <a:endParaRPr lang="en-US" sz="2800" dirty="0">
              <a:latin typeface="Book Antiqua" panose="02040602050305030304" pitchFamily="18" charset="0"/>
              <a:cs typeface="Verdana"/>
            </a:endParaRPr>
          </a:p>
          <a:p>
            <a:pPr marL="0" indent="0" algn="just">
              <a:lnSpc>
                <a:spcPct val="150000"/>
              </a:lnSpc>
              <a:spcBef>
                <a:spcPts val="300"/>
              </a:spcBef>
              <a:buClr>
                <a:srgbClr val="4F81BC"/>
              </a:buClr>
              <a:buSzPct val="79166"/>
              <a:buNone/>
              <a:tabLst>
                <a:tab pos="469900" algn="l"/>
                <a:tab pos="470534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[C] Antigen</a:t>
            </a:r>
          </a:p>
          <a:p>
            <a:pPr marL="0" indent="0" algn="just">
              <a:lnSpc>
                <a:spcPct val="150000"/>
              </a:lnSpc>
              <a:spcBef>
                <a:spcPts val="300"/>
              </a:spcBef>
              <a:buClr>
                <a:srgbClr val="4F81BC"/>
              </a:buClr>
              <a:buSzPct val="79166"/>
              <a:buNone/>
              <a:tabLst>
                <a:tab pos="469900" algn="l"/>
                <a:tab pos="470534" algn="l"/>
              </a:tabLst>
            </a:pP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[D] Antique</a:t>
            </a:r>
            <a:endParaRPr lang="en-US" sz="2800" dirty="0">
              <a:latin typeface="Book Antiqua" panose="02040602050305030304" pitchFamily="18" charset="0"/>
              <a:cs typeface="Verdana"/>
            </a:endParaRPr>
          </a:p>
          <a:p>
            <a:pPr marL="0" indent="0" algn="just">
              <a:lnSpc>
                <a:spcPct val="150000"/>
              </a:lnSpc>
              <a:spcBef>
                <a:spcPts val="300"/>
              </a:spcBef>
              <a:buClr>
                <a:srgbClr val="4F81BC"/>
              </a:buClr>
              <a:buSzPct val="79166"/>
              <a:buNone/>
              <a:tabLst>
                <a:tab pos="469900" algn="l"/>
                <a:tab pos="470534" algn="l"/>
              </a:tabLst>
            </a:pP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[E] Antipathy</a:t>
            </a:r>
            <a:endParaRPr lang="en-IN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41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77D09-C4A2-5230-43A2-7904C8F94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0" i="1" dirty="0">
                <a:effectLst/>
                <a:latin typeface="Book Antiqua" panose="02040602050305030304" pitchFamily="18" charset="0"/>
              </a:rPr>
              <a:t>Directions-: Arrange the given words in a meaningful sequence and choose the appropriate option from amongst the options.</a:t>
            </a:r>
          </a:p>
          <a:p>
            <a:pPr marL="0" indent="0">
              <a:buNone/>
            </a:pPr>
            <a:endParaRPr lang="en-US" b="0" i="1" dirty="0">
              <a:effectLst/>
              <a:latin typeface="Book Antiqua" panose="02040602050305030304" pitchFamily="18" charset="0"/>
            </a:endParaRPr>
          </a:p>
          <a:p>
            <a:pPr marL="0" indent="0" algn="l">
              <a:lnSpc>
                <a:spcPts val="2025"/>
              </a:lnSpc>
              <a:spcAft>
                <a:spcPts val="750"/>
              </a:spcAft>
              <a:buNone/>
            </a:pPr>
            <a:r>
              <a:rPr lang="en-IN" b="1" i="0" dirty="0">
                <a:effectLst/>
                <a:latin typeface="Book Antiqua" panose="02040602050305030304" pitchFamily="18" charset="0"/>
              </a:rPr>
              <a:t>Question:</a:t>
            </a:r>
            <a:r>
              <a:rPr lang="en-IN" b="0" i="0" dirty="0">
                <a:effectLst/>
                <a:latin typeface="Book Antiqua" panose="02040602050305030304" pitchFamily="18" charset="0"/>
              </a:rPr>
              <a:t> 1. Bihar    2. Universe    3. Patna    4. World    5. India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en-IN" b="0" i="0" dirty="0">
                <a:effectLst/>
                <a:latin typeface="Book Antiqua" panose="02040602050305030304" pitchFamily="18" charset="0"/>
              </a:rPr>
              <a:t> 1, 2, 3, 4, 5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en-IN" b="0" i="0" dirty="0">
                <a:effectLst/>
                <a:latin typeface="Book Antiqua" panose="02040602050305030304" pitchFamily="18" charset="0"/>
              </a:rPr>
              <a:t> 3, 1, 5, 4, 2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en-IN" b="0" i="0" dirty="0">
                <a:effectLst/>
                <a:latin typeface="Book Antiqua" panose="02040602050305030304" pitchFamily="18" charset="0"/>
              </a:rPr>
              <a:t> 3, 4, 2, 1, 5</a:t>
            </a:r>
          </a:p>
          <a:p>
            <a:pPr algn="l">
              <a:spcAft>
                <a:spcPts val="750"/>
              </a:spcAft>
              <a:buFont typeface="+mj-lt"/>
              <a:buAutoNum type="arabicPeriod"/>
            </a:pPr>
            <a:r>
              <a:rPr lang="en-IN" b="0" i="0" dirty="0">
                <a:effectLst/>
                <a:latin typeface="Book Antiqua" panose="02040602050305030304" pitchFamily="18" charset="0"/>
              </a:rPr>
              <a:t> 4, 1, 5, 3, 2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4905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FA67FB-FFA2-8DF4-5C3A-F0E589F1C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021" y="383902"/>
            <a:ext cx="116859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effectLst/>
                <a:latin typeface="Book Antiqua" panose="02040602050305030304" pitchFamily="18" charset="0"/>
              </a:rPr>
              <a:t>Directions : In each of the following questions arrange the given words in a meaningful sequence and then choose the most appropriate sequence from amongst the alternatives provided below each question.</a:t>
            </a:r>
          </a:p>
          <a:p>
            <a:pPr marL="0" indent="0">
              <a:buNone/>
            </a:pPr>
            <a:endParaRPr lang="en-US" b="0" i="0" dirty="0">
              <a:effectLst/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US" b="0" i="0" dirty="0">
                <a:effectLst/>
                <a:latin typeface="Book Antiqua" panose="02040602050305030304" pitchFamily="18" charset="0"/>
              </a:rPr>
              <a:t>Q1: a. Birth         b. Death        c. Funeral         d. Marriage    e. Education</a:t>
            </a:r>
          </a:p>
          <a:p>
            <a:pPr marL="514350" indent="-514350">
              <a:buAutoNum type="alphaUcParenR"/>
            </a:pPr>
            <a:r>
              <a:rPr lang="pt-BR" b="0" i="0" dirty="0">
                <a:effectLst/>
                <a:latin typeface="Book Antiqua" panose="02040602050305030304" pitchFamily="18" charset="0"/>
              </a:rPr>
              <a:t>d, a, b, e, c           </a:t>
            </a:r>
          </a:p>
          <a:p>
            <a:pPr marL="514350" indent="-514350">
              <a:buAutoNum type="alphaUcParenR"/>
            </a:pPr>
            <a:r>
              <a:rPr lang="pt-BR" b="0" i="0" dirty="0">
                <a:effectLst/>
                <a:latin typeface="Book Antiqua" panose="02040602050305030304" pitchFamily="18" charset="0"/>
              </a:rPr>
              <a:t> b, c, d, e, a          </a:t>
            </a:r>
          </a:p>
          <a:p>
            <a:pPr marL="514350" indent="-514350">
              <a:buAutoNum type="alphaUcParenR"/>
            </a:pPr>
            <a:r>
              <a:rPr lang="pt-BR" b="0" i="0" dirty="0">
                <a:effectLst/>
                <a:latin typeface="Book Antiqua" panose="02040602050305030304" pitchFamily="18" charset="0"/>
              </a:rPr>
              <a:t> a, e, d, b, c           </a:t>
            </a:r>
          </a:p>
          <a:p>
            <a:pPr marL="514350" indent="-514350">
              <a:buAutoNum type="alphaUcParenR"/>
            </a:pPr>
            <a:r>
              <a:rPr lang="pt-BR" b="0" i="0" dirty="0">
                <a:effectLst/>
                <a:latin typeface="Book Antiqua" panose="02040602050305030304" pitchFamily="18" charset="0"/>
              </a:rPr>
              <a:t> a, c, d, e, b</a:t>
            </a:r>
            <a:endParaRPr lang="en-IN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870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BD47FE-CF89-EED7-3C0A-762C96E15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 algn="l">
              <a:spcBef>
                <a:spcPts val="750"/>
              </a:spcBef>
              <a:spcAft>
                <a:spcPts val="2250"/>
              </a:spcAft>
              <a:buNone/>
            </a:pPr>
            <a:r>
              <a:rPr lang="en-US" b="0" i="0" dirty="0">
                <a:effectLst/>
                <a:latin typeface="Book Antiqua" panose="02040602050305030304" pitchFamily="18" charset="0"/>
              </a:rPr>
              <a:t>Que-: a. Reading        b. Composing      c. Writing        d. Printing</a:t>
            </a:r>
          </a:p>
          <a:p>
            <a:pPr marL="514350" indent="-514350" algn="l">
              <a:spcBef>
                <a:spcPts val="750"/>
              </a:spcBef>
              <a:spcAft>
                <a:spcPts val="2250"/>
              </a:spcAft>
              <a:buAutoNum type="alphaUcParenR"/>
            </a:pPr>
            <a:r>
              <a:rPr lang="en-US" b="0" i="0" dirty="0">
                <a:effectLst/>
                <a:latin typeface="Book Antiqua" panose="02040602050305030304" pitchFamily="18" charset="0"/>
              </a:rPr>
              <a:t>a, c, b, d             </a:t>
            </a:r>
          </a:p>
          <a:p>
            <a:pPr marL="514350" indent="-514350" algn="l">
              <a:spcBef>
                <a:spcPts val="750"/>
              </a:spcBef>
              <a:spcAft>
                <a:spcPts val="2250"/>
              </a:spcAft>
              <a:buAutoNum type="alphaUcParenR"/>
            </a:pPr>
            <a:r>
              <a:rPr lang="en-US" b="0" i="0" dirty="0">
                <a:effectLst/>
                <a:latin typeface="Book Antiqua" panose="02040602050305030304" pitchFamily="18" charset="0"/>
              </a:rPr>
              <a:t> b, c, d, a             </a:t>
            </a:r>
          </a:p>
          <a:p>
            <a:pPr marL="514350" indent="-514350" algn="l">
              <a:spcBef>
                <a:spcPts val="750"/>
              </a:spcBef>
              <a:spcAft>
                <a:spcPts val="2250"/>
              </a:spcAft>
              <a:buAutoNum type="alphaUcParenR"/>
            </a:pPr>
            <a:r>
              <a:rPr lang="en-US" b="0" i="0" dirty="0">
                <a:effectLst/>
                <a:latin typeface="Book Antiqua" panose="02040602050305030304" pitchFamily="18" charset="0"/>
              </a:rPr>
              <a:t> c, a, b, d            </a:t>
            </a:r>
          </a:p>
          <a:p>
            <a:pPr marL="514350" indent="-514350" algn="l">
              <a:spcBef>
                <a:spcPts val="750"/>
              </a:spcBef>
              <a:spcAft>
                <a:spcPts val="2250"/>
              </a:spcAft>
              <a:buAutoNum type="alphaUcParenR"/>
            </a:pPr>
            <a:r>
              <a:rPr lang="en-US" b="0" i="0" dirty="0">
                <a:effectLst/>
                <a:latin typeface="Book Antiqua" panose="02040602050305030304" pitchFamily="18" charset="0"/>
              </a:rPr>
              <a:t> c, b, d, 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260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E2B87AE-15AD-0DC7-56C5-AB0D6E574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780" y="1253331"/>
            <a:ext cx="10683240" cy="4351338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spcBef>
                <a:spcPts val="750"/>
              </a:spcBef>
              <a:spcAft>
                <a:spcPts val="2250"/>
              </a:spcAft>
              <a:buNone/>
            </a:pPr>
            <a:r>
              <a:rPr lang="en-IN" dirty="0">
                <a:latin typeface="Book Antiqua" panose="02040602050305030304" pitchFamily="18" charset="0"/>
              </a:rPr>
              <a:t>Que-:</a:t>
            </a:r>
            <a:r>
              <a:rPr lang="en-IN" b="0" i="0" dirty="0">
                <a:effectLst/>
                <a:latin typeface="Book Antiqua" panose="02040602050305030304" pitchFamily="18" charset="0"/>
              </a:rPr>
              <a:t> </a:t>
            </a:r>
          </a:p>
          <a:p>
            <a:pPr marL="0" indent="0" algn="l">
              <a:spcBef>
                <a:spcPts val="750"/>
              </a:spcBef>
              <a:spcAft>
                <a:spcPts val="2250"/>
              </a:spcAft>
              <a:buNone/>
            </a:pPr>
            <a:r>
              <a:rPr lang="en-IN" b="0" i="0" dirty="0">
                <a:effectLst/>
                <a:latin typeface="Book Antiqua" panose="02040602050305030304" pitchFamily="18" charset="0"/>
              </a:rPr>
              <a:t>a. </a:t>
            </a:r>
            <a:r>
              <a:rPr lang="en-IN" b="0" i="0" u="none" strike="noStrike" dirty="0">
                <a:solidFill>
                  <a:srgbClr val="55BBEA"/>
                </a:solidFill>
                <a:effectLst/>
                <a:latin typeface="Book Antiqua" panose="02040602050305030304" pitchFamily="18" charset="0"/>
                <a:hlinkClick r:id="rId2"/>
              </a:rPr>
              <a:t>Poverty</a:t>
            </a:r>
            <a:r>
              <a:rPr lang="en-IN" b="0" i="0" dirty="0">
                <a:effectLst/>
                <a:latin typeface="Book Antiqua" panose="02040602050305030304" pitchFamily="18" charset="0"/>
              </a:rPr>
              <a:t>  b. Population     c. Death   d. Unemployment     e. </a:t>
            </a:r>
            <a:r>
              <a:rPr lang="en-IN" b="0" i="0" u="none" strike="noStrike" dirty="0">
                <a:solidFill>
                  <a:srgbClr val="55BBEA"/>
                </a:solidFill>
                <a:effectLst/>
                <a:latin typeface="Book Antiqua" panose="02040602050305030304" pitchFamily="18" charset="0"/>
                <a:hlinkClick r:id="rId3"/>
              </a:rPr>
              <a:t>Disease</a:t>
            </a:r>
            <a:endParaRPr lang="en-IN" b="0" i="0" dirty="0">
              <a:effectLst/>
              <a:latin typeface="Book Antiqua" panose="02040602050305030304" pitchFamily="18" charset="0"/>
            </a:endParaRPr>
          </a:p>
          <a:p>
            <a:pPr marL="0" indent="0" algn="l">
              <a:spcBef>
                <a:spcPts val="750"/>
              </a:spcBef>
              <a:spcAft>
                <a:spcPts val="2250"/>
              </a:spcAft>
              <a:buNone/>
            </a:pPr>
            <a:r>
              <a:rPr lang="en-IN" b="0" i="0" dirty="0">
                <a:effectLst/>
                <a:latin typeface="Book Antiqua" panose="02040602050305030304" pitchFamily="18" charset="0"/>
              </a:rPr>
              <a:t>A) c, d, b, e, a         </a:t>
            </a:r>
          </a:p>
          <a:p>
            <a:pPr marL="0" indent="0" algn="l">
              <a:spcBef>
                <a:spcPts val="750"/>
              </a:spcBef>
              <a:spcAft>
                <a:spcPts val="2250"/>
              </a:spcAft>
              <a:buNone/>
            </a:pPr>
            <a:r>
              <a:rPr lang="en-IN" b="0" i="0" dirty="0">
                <a:effectLst/>
                <a:latin typeface="Book Antiqua" panose="02040602050305030304" pitchFamily="18" charset="0"/>
              </a:rPr>
              <a:t>B) b, d, a, e, c          </a:t>
            </a:r>
          </a:p>
          <a:p>
            <a:pPr marL="0" indent="0" algn="l">
              <a:spcBef>
                <a:spcPts val="750"/>
              </a:spcBef>
              <a:spcAft>
                <a:spcPts val="2250"/>
              </a:spcAft>
              <a:buNone/>
            </a:pPr>
            <a:r>
              <a:rPr lang="en-IN" b="0" i="0" dirty="0">
                <a:effectLst/>
                <a:latin typeface="Book Antiqua" panose="02040602050305030304" pitchFamily="18" charset="0"/>
              </a:rPr>
              <a:t>C) b, c, d, e, a             </a:t>
            </a:r>
          </a:p>
          <a:p>
            <a:pPr marL="0" indent="0" algn="l">
              <a:spcBef>
                <a:spcPts val="750"/>
              </a:spcBef>
              <a:spcAft>
                <a:spcPts val="2250"/>
              </a:spcAft>
              <a:buNone/>
            </a:pPr>
            <a:r>
              <a:rPr lang="en-IN" b="0" i="0" dirty="0">
                <a:effectLst/>
                <a:latin typeface="Book Antiqua" panose="02040602050305030304" pitchFamily="18" charset="0"/>
              </a:rPr>
              <a:t>D) a, b, c, d, 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7927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D35D28-2403-0A08-59BD-0F12D40D6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0431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12700" marR="5080">
              <a:lnSpc>
                <a:spcPct val="100000"/>
              </a:lnSpc>
              <a:spcBef>
                <a:spcPts val="300"/>
              </a:spcBef>
            </a:pPr>
            <a:r>
              <a:rPr lang="en-IN" sz="3200" b="1" dirty="0">
                <a:latin typeface="Book Antiqua" panose="02040602050305030304" pitchFamily="18" charset="0"/>
              </a:rPr>
              <a:t>Question: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Select the</a:t>
            </a:r>
            <a:r>
              <a:rPr lang="en-US" sz="2800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combination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of</a:t>
            </a:r>
            <a:r>
              <a:rPr lang="en-US" sz="2800" spc="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numbers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5" dirty="0">
                <a:latin typeface="Book Antiqua" panose="02040602050305030304" pitchFamily="18" charset="0"/>
                <a:cs typeface="Verdana"/>
              </a:rPr>
              <a:t>so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that </a:t>
            </a:r>
            <a:r>
              <a:rPr lang="en-US" sz="2800" spc="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the letters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arranged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accordingly in the </a:t>
            </a: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form </a:t>
            </a:r>
            <a:r>
              <a:rPr lang="en-US" sz="2800" spc="-8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of</a:t>
            </a:r>
            <a:r>
              <a:rPr lang="en-US" sz="2800" spc="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meaningful</a:t>
            </a:r>
            <a:r>
              <a:rPr lang="en-US" sz="2800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word.</a:t>
            </a:r>
          </a:p>
          <a:p>
            <a:pPr marL="0" marR="508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800" b="1" dirty="0">
                <a:latin typeface="Book Antiqua" panose="02040602050305030304" pitchFamily="18" charset="0"/>
                <a:cs typeface="Verdana"/>
              </a:rPr>
              <a:t>T    I    R    B    H    G</a:t>
            </a:r>
          </a:p>
          <a:p>
            <a:pPr marL="0" marR="508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800" b="1" dirty="0">
                <a:latin typeface="Book Antiqua" panose="02040602050305030304" pitchFamily="18" charset="0"/>
                <a:cs typeface="Verdana"/>
              </a:rPr>
              <a:t>1    2     3    4     5      6</a:t>
            </a:r>
          </a:p>
          <a:p>
            <a:pPr>
              <a:lnSpc>
                <a:spcPct val="100000"/>
              </a:lnSpc>
            </a:pPr>
            <a:endParaRPr lang="en-US" sz="2800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50000"/>
              </a:lnSpc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[A] 1,</a:t>
            </a:r>
            <a:r>
              <a:rPr lang="en-US" sz="2800" spc="-2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3,</a:t>
            </a: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2,</a:t>
            </a:r>
            <a:r>
              <a:rPr lang="en-US" sz="2800" spc="-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4,</a:t>
            </a:r>
            <a:r>
              <a:rPr lang="en-US" sz="2800" spc="-2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6,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5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[B] 3,</a:t>
            </a:r>
            <a:r>
              <a:rPr lang="en-US" sz="2800" spc="-2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2,</a:t>
            </a: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6,</a:t>
            </a:r>
            <a:r>
              <a:rPr lang="en-US" sz="2800" spc="-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5,</a:t>
            </a:r>
            <a:r>
              <a:rPr lang="en-US" sz="2800" spc="-2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3,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1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[C] 4,</a:t>
            </a:r>
            <a:r>
              <a:rPr lang="en-US" sz="2800" spc="-2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3,</a:t>
            </a: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2,</a:t>
            </a:r>
            <a:r>
              <a:rPr lang="en-US" sz="2800" spc="-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6,</a:t>
            </a:r>
            <a:r>
              <a:rPr lang="en-US" sz="2800" spc="-2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5,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1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[D] 4,</a:t>
            </a:r>
            <a:r>
              <a:rPr lang="en-US" sz="2800" spc="-3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5, 2,</a:t>
            </a:r>
            <a:r>
              <a:rPr lang="en-US" sz="2800" spc="-3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3,</a:t>
            </a:r>
            <a:r>
              <a:rPr lang="en-US" sz="2800" spc="-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6, 1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2492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D9CB1E-0804-0F75-3FCD-F5BCA2B5F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marR="508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3200" b="1" dirty="0">
                <a:latin typeface="Book Antiqua" panose="02040602050305030304" pitchFamily="18" charset="0"/>
              </a:rPr>
              <a:t>Question: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Select the</a:t>
            </a:r>
            <a:r>
              <a:rPr lang="en-US" sz="2800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combination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of</a:t>
            </a:r>
            <a:r>
              <a:rPr lang="en-US" sz="2800" spc="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numbers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5" dirty="0">
                <a:latin typeface="Book Antiqua" panose="02040602050305030304" pitchFamily="18" charset="0"/>
                <a:cs typeface="Verdana"/>
              </a:rPr>
              <a:t>so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that </a:t>
            </a:r>
            <a:r>
              <a:rPr lang="en-US" sz="2800" spc="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the letters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arranged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accordingly in the </a:t>
            </a: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form </a:t>
            </a:r>
            <a:r>
              <a:rPr lang="en-US" sz="2800" spc="-8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of</a:t>
            </a:r>
            <a:r>
              <a:rPr lang="en-US" sz="2800" spc="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meaningful</a:t>
            </a:r>
            <a:r>
              <a:rPr lang="en-US" sz="2800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word.</a:t>
            </a:r>
          </a:p>
          <a:p>
            <a:pPr marL="0" marR="508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800" b="1" dirty="0">
                <a:latin typeface="Book Antiqua" panose="02040602050305030304" pitchFamily="18" charset="0"/>
                <a:cs typeface="Verdana"/>
              </a:rPr>
              <a:t>T    L    P    N    A    E</a:t>
            </a:r>
          </a:p>
          <a:p>
            <a:pPr marL="0" marR="508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800" b="1" dirty="0">
                <a:latin typeface="Book Antiqua" panose="02040602050305030304" pitchFamily="18" charset="0"/>
                <a:cs typeface="Verdana"/>
              </a:rPr>
              <a:t>1    2     3    4     5      6</a:t>
            </a:r>
          </a:p>
          <a:p>
            <a:pPr>
              <a:lnSpc>
                <a:spcPct val="100000"/>
              </a:lnSpc>
            </a:pPr>
            <a:endParaRPr lang="en-US" sz="2800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50000"/>
              </a:lnSpc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[A]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3, 2, 5, 4, 1, 6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[B]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3, 2, 5, 4, 6, 1</a:t>
            </a:r>
            <a:endParaRPr lang="en-IN" sz="2800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[C]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4, 5, 3, 6, 2, 1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[D]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4, 6, 1, 3, 5, 2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6657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8D642F-1372-1CC7-B241-1B4F92EE0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marR="5080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IN" sz="3200" b="1" dirty="0">
                <a:latin typeface="Book Antiqua" panose="02040602050305030304" pitchFamily="18" charset="0"/>
              </a:rPr>
              <a:t>Question: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Below</a:t>
            </a:r>
            <a:r>
              <a:rPr lang="en-US" sz="2800" spc="2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are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 given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four</a:t>
            </a:r>
            <a:r>
              <a:rPr lang="en-US" sz="2800" spc="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words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in</a:t>
            </a:r>
            <a:r>
              <a:rPr lang="en-US" sz="2800" spc="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which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some letters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are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missing.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A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group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of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three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letters</a:t>
            </a:r>
            <a:r>
              <a:rPr lang="en-US" sz="2800" spc="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completes</a:t>
            </a:r>
            <a:r>
              <a:rPr lang="en-US" sz="2800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these</a:t>
            </a:r>
            <a:r>
              <a:rPr lang="en-US" sz="2800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words</a:t>
            </a:r>
            <a:r>
              <a:rPr lang="en-US" sz="2800" spc="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meaningfully. </a:t>
            </a:r>
            <a:r>
              <a:rPr lang="en-US" sz="2800" spc="-80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Select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these</a:t>
            </a:r>
            <a:r>
              <a:rPr lang="en-US" sz="2800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three letters</a:t>
            </a:r>
            <a:r>
              <a:rPr lang="en-US" sz="2800" spc="2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from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the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alternatives</a:t>
            </a:r>
            <a:r>
              <a:rPr lang="en-US" sz="2800" spc="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given.</a:t>
            </a:r>
            <a:endParaRPr lang="en-US" sz="2800" dirty="0">
              <a:latin typeface="Book Antiqua" panose="02040602050305030304" pitchFamily="18" charset="0"/>
              <a:cs typeface="Verdana"/>
            </a:endParaRP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800" b="1" dirty="0">
                <a:latin typeface="Book Antiqua" panose="02040602050305030304" pitchFamily="18" charset="0"/>
                <a:cs typeface="Verdana"/>
              </a:rPr>
              <a:t>_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_</a:t>
            </a:r>
            <a:r>
              <a:rPr lang="en-US" sz="2800" b="1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_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 vent,</a:t>
            </a:r>
            <a:r>
              <a:rPr lang="en-US" sz="2800" b="1" spc="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_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_</a:t>
            </a:r>
            <a:r>
              <a:rPr lang="en-US" sz="2800" b="1" spc="2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_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spc="-5" dirty="0" err="1">
                <a:latin typeface="Book Antiqua" panose="02040602050305030304" pitchFamily="18" charset="0"/>
                <a:cs typeface="Verdana"/>
              </a:rPr>
              <a:t>nect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,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_</a:t>
            </a:r>
            <a:r>
              <a:rPr lang="en-US" sz="2800" b="1" spc="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_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_</a:t>
            </a:r>
            <a:r>
              <a:rPr lang="en-US" sz="2800" b="1" spc="2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duct,</a:t>
            </a:r>
            <a:r>
              <a:rPr lang="en-US" sz="2800" b="1" spc="-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_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_</a:t>
            </a:r>
            <a:r>
              <a:rPr lang="en-US" sz="2800" b="1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_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 dole</a:t>
            </a:r>
          </a:p>
          <a:p>
            <a:pPr marL="12700" algn="just">
              <a:lnSpc>
                <a:spcPct val="100000"/>
              </a:lnSpc>
              <a:spcBef>
                <a:spcPts val="300"/>
              </a:spcBef>
            </a:pPr>
            <a:endParaRPr lang="en-US" sz="2800" b="1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50000"/>
              </a:lnSpc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[A]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Cor</a:t>
            </a:r>
            <a:endParaRPr lang="en-IN" sz="2800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[B]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Coc</a:t>
            </a:r>
            <a:endParaRPr lang="en-IN" sz="2800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[C] </a:t>
            </a:r>
            <a:r>
              <a:rPr lang="en-IN" sz="2800" spc="-5" dirty="0" err="1">
                <a:latin typeface="Book Antiqua" panose="02040602050305030304" pitchFamily="18" charset="0"/>
                <a:cs typeface="Verdana"/>
              </a:rPr>
              <a:t>Cov</a:t>
            </a:r>
            <a:endParaRPr lang="en-IN" sz="2800" spc="-5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[D]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Con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150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1035E0-1F63-A532-91C1-7EEEB6987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marR="508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3200" b="1" dirty="0">
                <a:latin typeface="Book Antiqua" panose="02040602050305030304" pitchFamily="18" charset="0"/>
              </a:rPr>
              <a:t>Question: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If the letters of the word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ARTICULATES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can  be used as many times as one wants to use, then which one of the following four words  cannot be formed?</a:t>
            </a:r>
          </a:p>
          <a:p>
            <a:pPr>
              <a:lnSpc>
                <a:spcPct val="100000"/>
              </a:lnSpc>
            </a:pPr>
            <a:endParaRPr lang="en-US" sz="2800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50000"/>
              </a:lnSpc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[A]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COURTS</a:t>
            </a:r>
            <a:endParaRPr lang="en-IN" sz="2800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[B]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LATER</a:t>
            </a:r>
            <a:endParaRPr lang="en-IN" sz="2800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[C]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ELECTRIC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[D]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ARTICLE</a:t>
            </a:r>
            <a:endParaRPr lang="en-IN" sz="2800" dirty="0">
              <a:latin typeface="Book Antiqua" panose="0204060205030503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708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C055F38-75DB-C369-FC0E-9E30E2C49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819784"/>
            <a:ext cx="11155680" cy="510095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Study the following arrangement carefully and answer the question given below −</a:t>
            </a:r>
          </a:p>
          <a:p>
            <a:pPr algn="l"/>
            <a:endParaRPr lang="en-US" b="1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6 R O T 4 A 8 % B F 1 E # W @ 9 H I $ M N * 3 2 V $ 5 G P 7 Q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Que 1 − How many such consonants are there in the above arrangement, each of which is immediately preceded by a consonant and immediately followed by a number?</a:t>
            </a: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A - None</a:t>
            </a:r>
            <a:endParaRPr lang="en-US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B - One</a:t>
            </a:r>
            <a:endParaRPr lang="en-US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C - Two</a:t>
            </a:r>
            <a:endParaRPr lang="en-US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D - Three</a:t>
            </a:r>
            <a:endParaRPr lang="en-US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endParaRPr lang="en-IN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306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0123EF1-D04E-1E4F-6AB7-0544597E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510" y="521810"/>
            <a:ext cx="10888980" cy="514746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Study the following arrangement carefully and answer the question given below −</a:t>
            </a:r>
          </a:p>
          <a:p>
            <a:pPr algn="l"/>
            <a:endParaRPr lang="en-US" b="1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6 R 0 T 4 A 8 % B F 1 E # W @ 9 H I $ M N * 3 2 V $ 5 G P 7 Q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Que 2:− How many such vowels are there in the above arrangement, each of which is immediately preceded by a letter but immediately not followed by a symbol?</a:t>
            </a: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A - None</a:t>
            </a:r>
            <a:endParaRPr lang="en-US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B - One</a:t>
            </a:r>
            <a:endParaRPr lang="en-US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C - Two</a:t>
            </a:r>
            <a:endParaRPr lang="en-US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D - Three</a:t>
            </a:r>
            <a:endParaRPr lang="en-US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endParaRPr lang="en-IN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404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6DE2560-97C0-BF02-F179-83AB960F6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8620"/>
            <a:ext cx="11163300" cy="5788343"/>
          </a:xfrm>
        </p:spPr>
        <p:txBody>
          <a:bodyPr>
            <a:normAutofit/>
          </a:bodyPr>
          <a:lstStyle/>
          <a:p>
            <a:pPr algn="l"/>
            <a:r>
              <a:rPr lang="en-US" sz="2400" b="1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Study the following arrangement carefully and answer the question given below −</a:t>
            </a:r>
          </a:p>
          <a:p>
            <a:pPr marL="0" indent="0" algn="l">
              <a:buNone/>
            </a:pPr>
            <a:endParaRPr lang="en-US" sz="2400" b="1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6 R 0 T 4 A 8 % B F 1 E # W @ 9 H I $ M N * 3 2 V $ 5 G P 7 Q</a:t>
            </a:r>
          </a:p>
          <a:p>
            <a:pPr marL="0" indent="0" algn="l">
              <a:buNone/>
            </a:pPr>
            <a:endParaRPr lang="en-US" sz="2400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Que 3 − Which of the following is the fourth to left of the twelfth from the left end?</a:t>
            </a:r>
          </a:p>
          <a:p>
            <a:pPr marL="0" indent="0" algn="l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A - 8</a:t>
            </a:r>
            <a:endParaRPr lang="en-US" sz="2400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B - B</a:t>
            </a:r>
            <a:endParaRPr lang="en-US" sz="2400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C - 2</a:t>
            </a:r>
            <a:endParaRPr lang="en-US" sz="2400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D - %</a:t>
            </a:r>
            <a:endParaRPr lang="en-US" sz="2400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endParaRPr lang="en-IN" sz="2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895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13F6AE-9E1D-A78B-D5DF-3DB28EAF4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8345"/>
            <a:ext cx="10515600" cy="4351338"/>
          </a:xfrm>
        </p:spPr>
        <p:txBody>
          <a:bodyPr>
            <a:noAutofit/>
          </a:bodyPr>
          <a:lstStyle/>
          <a:p>
            <a:pPr algn="l"/>
            <a:r>
              <a:rPr lang="en-US" sz="2400" b="1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These question based on the following letter /symbol/number sequence. Study it carefully and answer the question.</a:t>
            </a:r>
          </a:p>
          <a:p>
            <a:pPr algn="l"/>
            <a:endParaRPr lang="en-US" sz="2400" b="1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M 3 R # A P 4 9 @ K D 1 U H 5 $ 2 N $ W E Q 6 T V 7 * 8 B X</a:t>
            </a:r>
          </a:p>
          <a:p>
            <a:pPr marL="0" indent="0" algn="l">
              <a:buNone/>
            </a:pPr>
            <a:endParaRPr lang="en-US" sz="2400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Que 6 − Which of the following elements is the fourth to the right </a:t>
            </a:r>
          </a:p>
          <a:p>
            <a:pPr marL="0" indent="0" algn="l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of 12</a:t>
            </a:r>
            <a:r>
              <a:rPr lang="en-US" sz="2400" b="0" i="0" baseline="3000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th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 from right end?</a:t>
            </a:r>
          </a:p>
          <a:p>
            <a:pPr marL="0" indent="0" algn="l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A - 9</a:t>
            </a:r>
            <a:endParaRPr lang="en-US" sz="2400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B - 6</a:t>
            </a:r>
            <a:endParaRPr lang="en-US" sz="2400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C - 5</a:t>
            </a:r>
            <a:endParaRPr lang="en-US" sz="2400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pPr marL="0" indent="0" algn="l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Book Antiqua" panose="02040602050305030304" pitchFamily="18" charset="0"/>
              </a:rPr>
              <a:t>D - $</a:t>
            </a:r>
            <a:endParaRPr lang="en-US" sz="2400" b="0" i="0" dirty="0">
              <a:solidFill>
                <a:srgbClr val="000000"/>
              </a:solidFill>
              <a:effectLst/>
              <a:latin typeface="Book Antiqua" panose="02040602050305030304" pitchFamily="18" charset="0"/>
            </a:endParaRPr>
          </a:p>
          <a:p>
            <a:endParaRPr lang="en-IN" sz="2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122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634DE1-A04D-96B5-046A-3ED29030D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00000"/>
              </a:lnSpc>
              <a:spcBef>
                <a:spcPts val="305"/>
              </a:spcBef>
              <a:buNone/>
              <a:tabLst>
                <a:tab pos="3971925" algn="l"/>
              </a:tabLst>
            </a:pPr>
            <a:r>
              <a:rPr lang="en-IN" sz="3200" b="1" dirty="0">
                <a:latin typeface="Book Antiqua" panose="02040602050305030304" pitchFamily="18" charset="0"/>
              </a:rPr>
              <a:t>Question:   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₤=</a:t>
            </a:r>
            <a:r>
              <a:rPr lang="en-US" sz="2800" b="1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β</a:t>
            </a:r>
            <a:r>
              <a:rPr lang="en-US" sz="2800" b="1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F 2 *</a:t>
            </a:r>
            <a:r>
              <a:rPr lang="en-US" sz="2800" b="1" spc="2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K S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7</a:t>
            </a:r>
            <a:r>
              <a:rPr lang="en-US" sz="2800" b="1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5 #</a:t>
            </a:r>
            <a:r>
              <a:rPr lang="en-US" sz="2800" b="1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$	P L</a:t>
            </a:r>
            <a:r>
              <a:rPr lang="en-US" sz="2800" b="1" spc="-2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V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8</a:t>
            </a:r>
            <a:r>
              <a:rPr lang="en-US" sz="2800" b="1" spc="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@</a:t>
            </a:r>
            <a:r>
              <a:rPr lang="en-US" sz="2800" b="1" spc="-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M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U</a:t>
            </a:r>
            <a:r>
              <a:rPr lang="en-US" sz="2800" b="1" spc="-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E</a:t>
            </a:r>
            <a:r>
              <a:rPr lang="en-US" sz="2800" b="1" spc="-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6</a:t>
            </a:r>
            <a:r>
              <a:rPr lang="en-US" sz="2800" b="1" spc="-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∞Q G</a:t>
            </a:r>
            <a:r>
              <a:rPr lang="en-US" sz="2800" b="1" spc="-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©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9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3 &amp;</a:t>
            </a:r>
            <a:r>
              <a:rPr lang="en-US" sz="2800" b="1" spc="-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T Y</a:t>
            </a:r>
            <a:r>
              <a:rPr lang="en-US" sz="2800" b="1" spc="-2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b="1" dirty="0">
                <a:latin typeface="Book Antiqua" panose="02040602050305030304" pitchFamily="18" charset="0"/>
                <a:cs typeface="Verdana"/>
              </a:rPr>
              <a:t>¥</a:t>
            </a:r>
          </a:p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3971925" algn="l"/>
              </a:tabLst>
            </a:pPr>
            <a:endParaRPr lang="en-US" sz="2800" b="1" dirty="0">
              <a:latin typeface="Book Antiqua" panose="02040602050305030304" pitchFamily="18" charset="0"/>
              <a:cs typeface="Verdana"/>
            </a:endParaRPr>
          </a:p>
          <a:p>
            <a:pPr marL="0" marR="215265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How</a:t>
            </a:r>
            <a:r>
              <a:rPr lang="en-US" sz="2800" spc="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many</a:t>
            </a:r>
            <a:r>
              <a:rPr lang="en-US" sz="2800" spc="-1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such</a:t>
            </a:r>
            <a:r>
              <a:rPr lang="en-US" sz="2800" spc="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letters</a:t>
            </a:r>
            <a:r>
              <a:rPr lang="en-US" sz="2800" spc="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are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 there</a:t>
            </a:r>
            <a:r>
              <a:rPr lang="en-US" sz="2800" spc="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in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the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arrangement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each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of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which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is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either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immediately preceded by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a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symbol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or </a:t>
            </a:r>
            <a:r>
              <a:rPr lang="en-US" sz="2800" spc="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immediately</a:t>
            </a: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followed</a:t>
            </a:r>
            <a:r>
              <a:rPr lang="en-US" sz="2800" spc="3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by</a:t>
            </a: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dirty="0">
                <a:latin typeface="Book Antiqua" panose="02040602050305030304" pitchFamily="18" charset="0"/>
                <a:cs typeface="Verdana"/>
              </a:rPr>
              <a:t>a</a:t>
            </a: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5" dirty="0">
                <a:latin typeface="Book Antiqua" panose="02040602050305030304" pitchFamily="18" charset="0"/>
                <a:cs typeface="Verdana"/>
              </a:rPr>
              <a:t>number, but</a:t>
            </a:r>
            <a:r>
              <a:rPr lang="en-US" sz="2800" spc="-20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not </a:t>
            </a:r>
            <a:r>
              <a:rPr lang="en-US" sz="2800" spc="-805" dirty="0">
                <a:latin typeface="Book Antiqua" panose="02040602050305030304" pitchFamily="18" charset="0"/>
                <a:cs typeface="Verdana"/>
              </a:rPr>
              <a:t> </a:t>
            </a: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both?</a:t>
            </a:r>
            <a:endParaRPr lang="en-US" sz="2800" dirty="0">
              <a:latin typeface="Book Antiqua" panose="02040602050305030304" pitchFamily="18" charset="0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300"/>
              </a:spcBef>
            </a:pPr>
            <a:endParaRPr lang="en-US" sz="2800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50000"/>
              </a:lnSpc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[A]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3</a:t>
            </a:r>
            <a:endParaRPr lang="en-IN" sz="2800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[B]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4</a:t>
            </a:r>
            <a:endParaRPr lang="en-IN" sz="2800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[C]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5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[D]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6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IN" sz="2800" spc="-5" dirty="0">
                <a:latin typeface="Book Antiqua" panose="02040602050305030304" pitchFamily="18" charset="0"/>
              </a:rPr>
              <a:t>[E] None of these</a:t>
            </a:r>
            <a:endParaRPr lang="en-IN" sz="2800" dirty="0">
              <a:latin typeface="Book Antiqua" panose="0204060205030503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411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0D8941-6C7F-156A-56F3-BE2B7A66B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124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spcBef>
                <a:spcPts val="305"/>
              </a:spcBef>
              <a:buNone/>
              <a:tabLst>
                <a:tab pos="3971925" algn="l"/>
              </a:tabLst>
            </a:pPr>
            <a:r>
              <a:rPr lang="en-IN" sz="3200" b="1" dirty="0">
                <a:latin typeface="Book Antiqua" panose="02040602050305030304" pitchFamily="18" charset="0"/>
              </a:rPr>
              <a:t>Question:   </a:t>
            </a:r>
            <a:r>
              <a:rPr lang="en-US" sz="2800" b="1" spc="-5" dirty="0">
                <a:latin typeface="Book Antiqua" panose="02040602050305030304" pitchFamily="18" charset="0"/>
                <a:cs typeface="Verdana"/>
              </a:rPr>
              <a:t>R E 5 D A P $ 3 T I Q 7 9 B # 2 K % U 1 M W 4 * J 8 N</a:t>
            </a:r>
          </a:p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3971925" algn="l"/>
              </a:tabLst>
            </a:pPr>
            <a:endParaRPr lang="en-US" sz="2800" b="1" spc="-5" dirty="0">
              <a:latin typeface="Book Antiqua" panose="02040602050305030304" pitchFamily="18" charset="0"/>
              <a:cs typeface="Verdana"/>
            </a:endParaRPr>
          </a:p>
          <a:p>
            <a:pPr marL="0" marR="449580" indent="0" algn="just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800" spc="-10" dirty="0">
                <a:latin typeface="Book Antiqua" panose="02040602050305030304" pitchFamily="18" charset="0"/>
                <a:cs typeface="Verdana"/>
              </a:rPr>
              <a:t>Which of the following is seventh to the  left of the sixteenth from the left in the above  arrangement?</a:t>
            </a:r>
          </a:p>
          <a:p>
            <a:pPr marL="12700" marR="449580" algn="just">
              <a:lnSpc>
                <a:spcPct val="100000"/>
              </a:lnSpc>
              <a:spcBef>
                <a:spcPts val="300"/>
              </a:spcBef>
            </a:pPr>
            <a:endParaRPr lang="en-US" sz="2800" spc="-5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00000"/>
              </a:lnSpc>
              <a:spcBef>
                <a:spcPts val="305"/>
              </a:spcBef>
              <a:buNone/>
              <a:tabLst>
                <a:tab pos="3971925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[A]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A</a:t>
            </a:r>
            <a:endParaRPr lang="en-IN" sz="2800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[B]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U</a:t>
            </a:r>
            <a:endParaRPr lang="en-IN" sz="2800" dirty="0">
              <a:latin typeface="Book Antiqua" panose="02040602050305030304" pitchFamily="18" charset="0"/>
              <a:cs typeface="Verdana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[C]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4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US" sz="2800" dirty="0">
                <a:latin typeface="Book Antiqua" panose="02040602050305030304" pitchFamily="18" charset="0"/>
                <a:cs typeface="Verdana"/>
              </a:rPr>
              <a:t>[D] </a:t>
            </a:r>
            <a:r>
              <a:rPr lang="en-IN" sz="2800" spc="-5" dirty="0">
                <a:latin typeface="Book Antiqua" panose="02040602050305030304" pitchFamily="18" charset="0"/>
                <a:cs typeface="Verdana"/>
              </a:rPr>
              <a:t>T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  <a:tabLst>
                <a:tab pos="469900" algn="l"/>
              </a:tabLst>
            </a:pPr>
            <a:r>
              <a:rPr lang="en-IN" sz="2800" spc="-5" dirty="0">
                <a:latin typeface="Book Antiqua" panose="02040602050305030304" pitchFamily="18" charset="0"/>
              </a:rPr>
              <a:t>[E] None of these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1983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Blood relationship\thankyou.png">
            <a:extLst>
              <a:ext uri="{FF2B5EF4-FFF2-40B4-BE49-F238E27FC236}">
                <a16:creationId xmlns:a16="http://schemas.microsoft.com/office/drawing/2014/main" xmlns="" id="{B0C94884-ED9F-410A-E0FC-E764A10F8D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760" y="1234440"/>
            <a:ext cx="8740140" cy="4754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9553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786</Words>
  <Application>Microsoft Office PowerPoint</Application>
  <PresentationFormat>Custom</PresentationFormat>
  <Paragraphs>137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Abhishek Raj</dc:creator>
  <cp:lastModifiedBy>rahul</cp:lastModifiedBy>
  <cp:revision>2</cp:revision>
  <dcterms:created xsi:type="dcterms:W3CDTF">2025-01-08T10:18:23Z</dcterms:created>
  <dcterms:modified xsi:type="dcterms:W3CDTF">2025-01-12T05:25:50Z</dcterms:modified>
</cp:coreProperties>
</file>