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7" r:id="rId2"/>
    <p:sldId id="299" r:id="rId3"/>
    <p:sldId id="300" r:id="rId4"/>
    <p:sldId id="301" r:id="rId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91" autoAdjust="0"/>
    <p:restoredTop sz="94576" autoAdjust="0"/>
  </p:normalViewPr>
  <p:slideViewPr>
    <p:cSldViewPr>
      <p:cViewPr varScale="1">
        <p:scale>
          <a:sx n="62" d="100"/>
          <a:sy n="62" d="100"/>
        </p:scale>
        <p:origin x="154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1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832F544-834C-C3F8-6490-CC24DB239E1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F89ACE-4BF1-4FA1-1C7B-4D0D5D70192E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19AFBD95-F48C-45D1-8657-11CB9D80148F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4DC2BE0-6E25-A07C-C08C-1E4507D8DE2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7FF5B58-20D5-60E8-E9E1-FD9B9AFEC1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F069E-F922-425D-F9F1-92A4CF55C3E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17466-DA2C-9F46-EBCD-B447D048C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C504A7B7-B135-41D3-8B32-2144E26C619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Image Placeholder 1">
            <a:extLst>
              <a:ext uri="{FF2B5EF4-FFF2-40B4-BE49-F238E27FC236}">
                <a16:creationId xmlns:a16="http://schemas.microsoft.com/office/drawing/2014/main" id="{9085A70A-CCEE-C20D-2806-4F34023CF2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Notes Placeholder 2">
            <a:extLst>
              <a:ext uri="{FF2B5EF4-FFF2-40B4-BE49-F238E27FC236}">
                <a16:creationId xmlns:a16="http://schemas.microsoft.com/office/drawing/2014/main" id="{B674A75D-CFA3-B827-0EC0-E32D5BBDA66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100" name="Slide Number Placeholder 3">
            <a:extLst>
              <a:ext uri="{FF2B5EF4-FFF2-40B4-BE49-F238E27FC236}">
                <a16:creationId xmlns:a16="http://schemas.microsoft.com/office/drawing/2014/main" id="{CB7F24CC-ECA1-ED3A-A4DD-F50B717C2A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E83DBBD-31A9-40E8-BD64-97D6BB18A6E6}" type="slidenum">
              <a:rPr lang="en-US" altLang="en-US"/>
              <a:pPr>
                <a:spcBef>
                  <a:spcPct val="0"/>
                </a:spcBef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8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C5B3C66-3177-E659-AA06-7996A82D77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5C1D9CA-38DF-46D7-BB53-4D818C768164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39C3C3F-F1AF-38A7-7D3D-E1C30693F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ECB8D9F-F667-DA6A-7598-38469EF0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3EF7B7-AB74-4F35-B162-B693DE72943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06502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E27E363-2B83-C524-5E84-77C738947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C02A9D-72BB-45CE-AB45-89900FC80060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AC5D0CA-6F7B-20A8-6272-E7CA3098E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F98114-517D-B6DE-88DB-9A7A8A76F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BF5D3B-544A-4FDD-86BE-CCEA1D203CC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802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6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69686C-10BD-7BC9-D9B8-3C6B70E108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875041-ABED-4260-9FE2-6225DE155D8F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617B45E-E19B-3478-B40D-73508B4BE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9896F90-D15E-1D67-AFB4-06FDDC048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EEF09-D207-4881-8475-CCF7FC98CDD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59173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3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E8512830-BED1-50A4-F9D3-3A36DEB967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707B53-A68C-4318-8288-C3C7873DFCD4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8F11D95C-A27C-FD35-22D6-ACDEB7A2D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42C455F4-30A4-B868-750D-E7B91C178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44461A-B2B8-4471-9BCE-E1C1C8DB461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23272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3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3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9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9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7" name="Espace réservé de la date 3">
            <a:extLst>
              <a:ext uri="{FF2B5EF4-FFF2-40B4-BE49-F238E27FC236}">
                <a16:creationId xmlns:a16="http://schemas.microsoft.com/office/drawing/2014/main" id="{5C9041A7-C9D7-DE91-ECC8-A65FFAE0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18942A-2BDA-44DD-A6CF-D304A5DE74D0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8" name="Espace réservé du pied de page 4">
            <a:extLst>
              <a:ext uri="{FF2B5EF4-FFF2-40B4-BE49-F238E27FC236}">
                <a16:creationId xmlns:a16="http://schemas.microsoft.com/office/drawing/2014/main" id="{76F34527-B8F6-86D0-1457-36EC6A685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Espace réservé du numéro de diapositive 5">
            <a:extLst>
              <a:ext uri="{FF2B5EF4-FFF2-40B4-BE49-F238E27FC236}">
                <a16:creationId xmlns:a16="http://schemas.microsoft.com/office/drawing/2014/main" id="{363FD19F-36DF-A239-CAF3-E82833A06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5EA68F-F0F0-4F51-A52A-1548FDAD9E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8496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e la date 3">
            <a:extLst>
              <a:ext uri="{FF2B5EF4-FFF2-40B4-BE49-F238E27FC236}">
                <a16:creationId xmlns:a16="http://schemas.microsoft.com/office/drawing/2014/main" id="{08DB5CD6-3B8A-9F7E-04B7-107D03497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CBB9AF-01C9-4C9E-9A90-6554EBF537C5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4" name="Espace réservé du pied de page 4">
            <a:extLst>
              <a:ext uri="{FF2B5EF4-FFF2-40B4-BE49-F238E27FC236}">
                <a16:creationId xmlns:a16="http://schemas.microsoft.com/office/drawing/2014/main" id="{7BE3230E-3D9B-484F-8359-76A2CE34B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Espace réservé du numéro de diapositive 5">
            <a:extLst>
              <a:ext uri="{FF2B5EF4-FFF2-40B4-BE49-F238E27FC236}">
                <a16:creationId xmlns:a16="http://schemas.microsoft.com/office/drawing/2014/main" id="{D8B41C5C-2F79-D7EC-C77C-F1751566F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D10D0A-0A12-4DB1-BFF9-E5A4E89DDF4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96013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3">
            <a:extLst>
              <a:ext uri="{FF2B5EF4-FFF2-40B4-BE49-F238E27FC236}">
                <a16:creationId xmlns:a16="http://schemas.microsoft.com/office/drawing/2014/main" id="{9029D853-651A-DAC2-151C-E5D3DB12B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B27FFF-D984-4A14-A776-929E7F11C30E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3" name="Espace réservé du pied de page 4">
            <a:extLst>
              <a:ext uri="{FF2B5EF4-FFF2-40B4-BE49-F238E27FC236}">
                <a16:creationId xmlns:a16="http://schemas.microsoft.com/office/drawing/2014/main" id="{85B2C4DB-8818-4391-7575-1B28C2C04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Espace réservé du numéro de diapositive 5">
            <a:extLst>
              <a:ext uri="{FF2B5EF4-FFF2-40B4-BE49-F238E27FC236}">
                <a16:creationId xmlns:a16="http://schemas.microsoft.com/office/drawing/2014/main" id="{F3644889-6883-34BD-14E9-A95DD1B8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4B9B2C-6871-493A-88B0-4AE5FF1D80A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82032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4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3" y="273053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4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8FE53301-1D83-9D0A-FC69-8E4D6B118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44CDE7-95E3-4D32-AF63-6114B4AD3B35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2C8E09D0-0685-4107-7D92-233A794EA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6B8B7594-7D79-B90A-CFF5-69FDA6E3A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DA7D0B-2A12-4C02-B2D2-F6CD2D47E01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814038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fr-CA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Espace réservé de la date 3">
            <a:extLst>
              <a:ext uri="{FF2B5EF4-FFF2-40B4-BE49-F238E27FC236}">
                <a16:creationId xmlns:a16="http://schemas.microsoft.com/office/drawing/2014/main" id="{5D2DD6EA-DF6F-3144-A434-78F0742C4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8F692C-C1AC-42A9-8474-7D978EE847AB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6" name="Espace réservé du pied de page 4">
            <a:extLst>
              <a:ext uri="{FF2B5EF4-FFF2-40B4-BE49-F238E27FC236}">
                <a16:creationId xmlns:a16="http://schemas.microsoft.com/office/drawing/2014/main" id="{DB55FE2F-E623-6C4F-8D54-D25D1638C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Espace réservé du numéro de diapositive 5">
            <a:extLst>
              <a:ext uri="{FF2B5EF4-FFF2-40B4-BE49-F238E27FC236}">
                <a16:creationId xmlns:a16="http://schemas.microsoft.com/office/drawing/2014/main" id="{98FD275B-A81E-118A-0CB6-B5C117F35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D469260-8452-495B-9C3A-EE879EED48A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13554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6974DE-27AB-098C-A0C2-EC2F777194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3B1942-523D-480F-A58C-7FF2D6C43869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B6FFC55-E216-9A9F-18A2-B86C82572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8824D88-09F2-975B-F82C-5B49349899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8D39DB-3A50-4E48-ABA3-F781C7D7143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74529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CA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D5FE9C-B9D3-5474-9017-13176C5EA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3E66FF-6F07-4C0D-A13A-3B74EB938CC0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EC4B0E0-236C-232B-520B-2D8A61147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061281E-C448-A12F-1550-A9D22AFAF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F5C8B1-AABE-47CD-9585-3AD408AF14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3387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ce réservé du titre 1">
            <a:extLst>
              <a:ext uri="{FF2B5EF4-FFF2-40B4-BE49-F238E27FC236}">
                <a16:creationId xmlns:a16="http://schemas.microsoft.com/office/drawing/2014/main" id="{D7173D4C-285F-C8CB-3A4B-48A6D7A6FB6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 style du titre</a:t>
            </a:r>
            <a:endParaRPr lang="fr-CA" altLang="en-US"/>
          </a:p>
        </p:txBody>
      </p:sp>
      <p:sp>
        <p:nvSpPr>
          <p:cNvPr id="1027" name="Espace réservé du texte 2">
            <a:extLst>
              <a:ext uri="{FF2B5EF4-FFF2-40B4-BE49-F238E27FC236}">
                <a16:creationId xmlns:a16="http://schemas.microsoft.com/office/drawing/2014/main" id="{C9056A90-F67B-D96A-3E64-9DFF08B340A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en-US"/>
              <a:t>Cliquez pour modifier les styles du texte du masque</a:t>
            </a:r>
          </a:p>
          <a:p>
            <a:pPr lvl="1"/>
            <a:r>
              <a:rPr lang="fr-FR" altLang="en-US"/>
              <a:t>Deuxième niveau</a:t>
            </a:r>
          </a:p>
          <a:p>
            <a:pPr lvl="2"/>
            <a:r>
              <a:rPr lang="fr-FR" altLang="en-US"/>
              <a:t>Troisième niveau</a:t>
            </a:r>
          </a:p>
          <a:p>
            <a:pPr lvl="3"/>
            <a:r>
              <a:rPr lang="fr-FR" altLang="en-US"/>
              <a:t>Quatrième niveau</a:t>
            </a:r>
          </a:p>
          <a:p>
            <a:pPr lvl="4"/>
            <a:r>
              <a:rPr lang="fr-FR" altLang="en-US"/>
              <a:t>Cinquième niveau</a:t>
            </a:r>
            <a:endParaRPr lang="fr-CA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2E5B28-03C3-B13D-AC7A-3460EBF069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D02AD73-5EBD-4284-827E-0F56AB27F1B2}" type="datetimeFigureOut">
              <a:rPr lang="en-US"/>
              <a:pPr>
                <a:defRPr/>
              </a:pPr>
              <a:t>3/20/2026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8944824-3BB4-1584-7B27-BECD5205F3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F29BC61-51DB-3892-5B86-9D5B94190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EEB8164-458E-4266-A597-8A9C307108D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D1A047F-161D-7B8B-B8BD-3C264601A1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0" y="2895600"/>
            <a:ext cx="4648200" cy="533400"/>
          </a:xfrm>
        </p:spPr>
        <p:txBody>
          <a:bodyPr>
            <a:noAutofit/>
          </a:bodyPr>
          <a:lstStyle/>
          <a:p>
            <a:pPr eaLnBrk="1" hangingPunct="1">
              <a:spcBef>
                <a:spcPts val="0"/>
              </a:spcBef>
              <a:defRPr/>
            </a:pPr>
            <a:r>
              <a:rPr lang="en-US" sz="3600" cap="none" dirty="0">
                <a:solidFill>
                  <a:prstClr val="black">
                    <a:lumMod val="85000"/>
                    <a:lumOff val="15000"/>
                  </a:prstClr>
                </a:solidFill>
                <a:ea typeface="+mn-ea"/>
                <a:cs typeface="+mn-cs"/>
              </a:rPr>
              <a:t>Quick Sort Algorithm</a:t>
            </a:r>
            <a:endParaRPr lang="en-US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B32083-F9B8-8B42-1291-EC09BDA61A84}"/>
              </a:ext>
            </a:extLst>
          </p:cNvPr>
          <p:cNvSpPr txBox="1"/>
          <p:nvPr/>
        </p:nvSpPr>
        <p:spPr>
          <a:xfrm>
            <a:off x="457200" y="76200"/>
            <a:ext cx="990600" cy="190821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1800" b="1" dirty="0">
                <a:solidFill>
                  <a:srgbClr val="F26200">
                    <a:alpha val="40000"/>
                  </a:srgbClr>
                </a:solidFill>
                <a:latin typeface="+mn-lt"/>
                <a:cs typeface="+mn-cs"/>
              </a:rPr>
              <a:t>1</a:t>
            </a:r>
          </a:p>
        </p:txBody>
      </p:sp>
      <p:pic>
        <p:nvPicPr>
          <p:cNvPr id="3076" name="Picture 2">
            <a:extLst>
              <a:ext uri="{FF2B5EF4-FFF2-40B4-BE49-F238E27FC236}">
                <a16:creationId xmlns:a16="http://schemas.microsoft.com/office/drawing/2014/main" id="{B6473571-0BDC-EBF5-BF8E-EFBA86DBD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950" y="908050"/>
            <a:ext cx="192405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4828352-870C-FDB4-E7FF-A6C67C5A6729}"/>
              </a:ext>
            </a:extLst>
          </p:cNvPr>
          <p:cNvSpPr/>
          <p:nvPr/>
        </p:nvSpPr>
        <p:spPr>
          <a:xfrm>
            <a:off x="7924800" y="5559627"/>
            <a:ext cx="1079425" cy="46166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>
            <a:spAutoFit/>
          </a:bodyPr>
          <a:lstStyle/>
          <a:p>
            <a:pPr algn="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dirty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chemeClr val="bg2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Old English Text MT" pitchFamily="66" charset="0"/>
              </a:rPr>
              <a:t>SCA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BEB8E9-7750-733C-6F5D-C8ED901F301B}"/>
              </a:ext>
            </a:extLst>
          </p:cNvPr>
          <p:cNvSpPr/>
          <p:nvPr/>
        </p:nvSpPr>
        <p:spPr>
          <a:xfrm>
            <a:off x="2286000" y="474663"/>
            <a:ext cx="6096000" cy="5632450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 eaLnBrk="1" hangingPunct="1">
              <a:buFontTx/>
              <a:buAutoNum type="arabicPlain"/>
              <a:defRPr/>
            </a:pPr>
            <a:r>
              <a:rPr lang="en-IN" dirty="0">
                <a:latin typeface="Arial" charset="0"/>
                <a:cs typeface="Arial" charset="0"/>
              </a:rPr>
              <a:t> top = NULL</a:t>
            </a:r>
          </a:p>
          <a:p>
            <a:pPr marL="342900" indent="-342900" eaLnBrk="1" hangingPunct="1">
              <a:buFontTx/>
              <a:buAutoNum type="arabicPlain"/>
              <a:defRPr/>
            </a:pPr>
            <a:endParaRPr lang="en-IN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2	if (n &gt; 1) then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	top = top+1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	lower[top] = 0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	upper[top] = n-1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</a:t>
            </a:r>
            <a:r>
              <a:rPr lang="en-IN" dirty="0" err="1">
                <a:latin typeface="Arial" charset="0"/>
                <a:cs typeface="Arial" charset="0"/>
              </a:rPr>
              <a:t>endif</a:t>
            </a:r>
            <a:r>
              <a:rPr lang="en-IN" dirty="0">
                <a:latin typeface="Arial" charset="0"/>
                <a:cs typeface="Arial" charset="0"/>
              </a:rPr>
              <a:t> </a:t>
            </a:r>
          </a:p>
          <a:p>
            <a:pPr eaLnBrk="1" hangingPunct="1">
              <a:defRPr/>
            </a:pPr>
            <a:endParaRPr lang="en-IN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3	while(top!=NULL)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(a)	beg = lower[top]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(b)	end = upper[top]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(c)	top = top – 1</a:t>
            </a:r>
          </a:p>
          <a:p>
            <a:pPr eaLnBrk="1" hangingPunct="1">
              <a:defRPr/>
            </a:pPr>
            <a:endParaRPr lang="en-IN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(d)	quick(a, n, beg, end, </a:t>
            </a:r>
            <a:r>
              <a:rPr lang="en-IN" dirty="0" err="1">
                <a:latin typeface="Arial" charset="0"/>
                <a:cs typeface="Arial" charset="0"/>
              </a:rPr>
              <a:t>loc</a:t>
            </a:r>
            <a:r>
              <a:rPr lang="en-IN" dirty="0">
                <a:latin typeface="Arial" charset="0"/>
                <a:cs typeface="Arial" charset="0"/>
              </a:rPr>
              <a:t>)</a:t>
            </a:r>
          </a:p>
          <a:p>
            <a:pPr eaLnBrk="1" hangingPunct="1">
              <a:defRPr/>
            </a:pPr>
            <a:endParaRPr lang="en-IN" dirty="0">
              <a:latin typeface="Arial" charset="0"/>
              <a:cs typeface="Arial" charset="0"/>
            </a:endParaRP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(e)	if(beg &lt; </a:t>
            </a:r>
            <a:r>
              <a:rPr lang="en-IN" dirty="0" err="1">
                <a:latin typeface="Arial" charset="0"/>
                <a:cs typeface="Arial" charset="0"/>
              </a:rPr>
              <a:t>loc</a:t>
            </a:r>
            <a:r>
              <a:rPr lang="en-IN" dirty="0">
                <a:latin typeface="Arial" charset="0"/>
                <a:cs typeface="Arial" charset="0"/>
              </a:rPr>
              <a:t> – 1) then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		top = top+1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	 	lower[top] = beg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		upper[top] = </a:t>
            </a:r>
            <a:r>
              <a:rPr lang="en-IN" dirty="0" err="1">
                <a:latin typeface="Arial" charset="0"/>
                <a:cs typeface="Arial" charset="0"/>
              </a:rPr>
              <a:t>loc</a:t>
            </a:r>
            <a:r>
              <a:rPr lang="en-IN" dirty="0">
                <a:latin typeface="Arial" charset="0"/>
                <a:cs typeface="Arial" charset="0"/>
              </a:rPr>
              <a:t> – 1</a:t>
            </a:r>
          </a:p>
          <a:p>
            <a:pPr eaLnBrk="1" hangingPunct="1">
              <a:defRPr/>
            </a:pPr>
            <a:r>
              <a:rPr lang="en-IN" dirty="0">
                <a:latin typeface="Arial" charset="0"/>
                <a:cs typeface="Arial" charset="0"/>
              </a:rPr>
              <a:t>		</a:t>
            </a:r>
            <a:r>
              <a:rPr lang="en-IN" dirty="0" err="1">
                <a:latin typeface="Arial" charset="0"/>
                <a:cs typeface="Arial" charset="0"/>
              </a:rPr>
              <a:t>endif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">
            <a:extLst>
              <a:ext uri="{FF2B5EF4-FFF2-40B4-BE49-F238E27FC236}">
                <a16:creationId xmlns:a16="http://schemas.microsoft.com/office/drawing/2014/main" id="{DF32917C-C90F-9AB9-BAEC-35628B7D56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685800"/>
            <a:ext cx="7848600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if( loc + 1 &lt; end) 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top = top+1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lower[top] = loc + 1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upper[top] = 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endif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endwhile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4.	Return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5.	STOP</a:t>
            </a: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9B226915-03C3-EAB7-94AC-E2C7538E9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3835400"/>
            <a:ext cx="83820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 b="1" u="sng">
                <a:latin typeface="Arial" panose="020B0604020202020204" pitchFamily="34" charset="0"/>
              </a:rPr>
              <a:t>quick(a, n, beg, end, loc)</a:t>
            </a:r>
            <a:r>
              <a:rPr lang="en-IN" altLang="en-US" sz="1800" b="1">
                <a:latin typeface="Arial" panose="020B0604020202020204" pitchFamily="34" charset="0"/>
              </a:rPr>
              <a:t> 	     -      Sub-algorithm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 u="sng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1.	left = loc = beg, right = end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2.	while(a[loc] &lt;= a[right] and loc!= right)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right = right –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	endwhile</a:t>
            </a:r>
            <a:endParaRPr lang="en-IN" altLang="en-US" sz="18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1">
            <a:extLst>
              <a:ext uri="{FF2B5EF4-FFF2-40B4-BE49-F238E27FC236}">
                <a16:creationId xmlns:a16="http://schemas.microsoft.com/office/drawing/2014/main" id="{8964CDFB-078F-310F-68B7-CFC27A76C7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400" y="366713"/>
            <a:ext cx="7696200" cy="618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if(loc = right) 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return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		endif</a:t>
            </a:r>
            <a:endParaRPr lang="en-I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4.		if(a[loc] &gt; a[right]) 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swap a[loc] and a[right]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loc = right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endif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5.		while(a[left] &lt;= a[loc] and left!= loc)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left = left + 1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		endwhile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IN" altLang="en-US" sz="1800"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6.		if(loc = left) 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return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>
                <a:latin typeface="Arial" panose="020B0604020202020204" pitchFamily="34" charset="0"/>
              </a:rPr>
              <a:t>		endif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7.		if(a[left] &gt; a[loc]) then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swap a[left] and a[loc]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loc = left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	goto step2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		endif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8.	Return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IN" altLang="en-US" sz="1800">
                <a:latin typeface="Arial" panose="020B0604020202020204" pitchFamily="34" charset="0"/>
              </a:rPr>
              <a:t>9	STOP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140</Template>
  <TotalTime>4342</TotalTime>
  <Words>404</Words>
  <Application>Microsoft Office PowerPoint</Application>
  <PresentationFormat>On-screen Show (4:3)</PresentationFormat>
  <Paragraphs>61</Paragraphs>
  <Slides>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Thème Office</vt:lpstr>
      <vt:lpstr>Quick Sort Algorithm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Functions in C++ Language</dc:title>
  <dc:creator>navdeep</dc:creator>
  <cp:lastModifiedBy>Thind</cp:lastModifiedBy>
  <cp:revision>182</cp:revision>
  <dcterms:created xsi:type="dcterms:W3CDTF">2010-09-08T04:59:44Z</dcterms:created>
  <dcterms:modified xsi:type="dcterms:W3CDTF">2026-03-20T10:20:22Z</dcterms:modified>
</cp:coreProperties>
</file>