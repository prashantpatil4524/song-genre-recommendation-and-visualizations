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4"/>
  </p:notesMasterIdLst>
  <p:sldIdLst>
    <p:sldId id="295" r:id="rId2"/>
    <p:sldId id="297" r:id="rId3"/>
    <p:sldId id="298" r:id="rId4"/>
    <p:sldId id="323" r:id="rId5"/>
    <p:sldId id="335" r:id="rId6"/>
    <p:sldId id="330" r:id="rId7"/>
    <p:sldId id="260" r:id="rId8"/>
    <p:sldId id="324" r:id="rId9"/>
    <p:sldId id="299" r:id="rId10"/>
    <p:sldId id="301" r:id="rId11"/>
    <p:sldId id="300" r:id="rId12"/>
    <p:sldId id="331" r:id="rId13"/>
    <p:sldId id="325" r:id="rId14"/>
    <p:sldId id="302" r:id="rId15"/>
    <p:sldId id="303" r:id="rId16"/>
    <p:sldId id="329" r:id="rId17"/>
    <p:sldId id="326" r:id="rId18"/>
    <p:sldId id="327" r:id="rId19"/>
    <p:sldId id="328" r:id="rId20"/>
    <p:sldId id="313" r:id="rId21"/>
    <p:sldId id="316" r:id="rId22"/>
    <p:sldId id="332" r:id="rId23"/>
    <p:sldId id="333" r:id="rId24"/>
    <p:sldId id="334" r:id="rId25"/>
    <p:sldId id="315" r:id="rId26"/>
    <p:sldId id="336" r:id="rId27"/>
    <p:sldId id="337" r:id="rId28"/>
    <p:sldId id="338" r:id="rId29"/>
    <p:sldId id="339" r:id="rId30"/>
    <p:sldId id="340" r:id="rId31"/>
    <p:sldId id="341" r:id="rId32"/>
    <p:sldId id="342" r:id="rId33"/>
  </p:sldIdLst>
  <p:sldSz cx="9144000" cy="6858000" type="screen4x3"/>
  <p:notesSz cx="7034213" cy="9294813"/>
  <p:defaultTextStyle>
    <a:defPPr>
      <a:defRPr lang="en-GB"/>
    </a:defPPr>
    <a:lvl1pPr algn="l" defTabSz="457200" rtl="0" eaLnBrk="0" fontAlgn="base" hangingPunct="0">
      <a:spcBef>
        <a:spcPct val="0"/>
      </a:spcBef>
      <a:spcAft>
        <a:spcPct val="0"/>
      </a:spcAft>
      <a:defRPr sz="2400" kern="1200">
        <a:solidFill>
          <a:schemeClr val="bg1"/>
        </a:solidFill>
        <a:latin typeface="Times New Roman" panose="02020603050405020304" pitchFamily="18" charset="0"/>
        <a:ea typeface="+mn-ea"/>
        <a:cs typeface="Lucida Sans Unicode" panose="020B0602030504020204" pitchFamily="34" charset="0"/>
      </a:defRPr>
    </a:lvl1pPr>
    <a:lvl2pPr marL="742950" indent="-285750" algn="l" defTabSz="457200" rtl="0" eaLnBrk="0" fontAlgn="base" hangingPunct="0">
      <a:spcBef>
        <a:spcPct val="0"/>
      </a:spcBef>
      <a:spcAft>
        <a:spcPct val="0"/>
      </a:spcAft>
      <a:defRPr sz="2400" kern="1200">
        <a:solidFill>
          <a:schemeClr val="bg1"/>
        </a:solidFill>
        <a:latin typeface="Times New Roman" panose="02020603050405020304" pitchFamily="18" charset="0"/>
        <a:ea typeface="+mn-ea"/>
        <a:cs typeface="Lucida Sans Unicode" panose="020B0602030504020204" pitchFamily="34" charset="0"/>
      </a:defRPr>
    </a:lvl2pPr>
    <a:lvl3pPr marL="1143000" indent="-228600" algn="l" defTabSz="457200" rtl="0" eaLnBrk="0" fontAlgn="base" hangingPunct="0">
      <a:spcBef>
        <a:spcPct val="0"/>
      </a:spcBef>
      <a:spcAft>
        <a:spcPct val="0"/>
      </a:spcAft>
      <a:defRPr sz="2400" kern="1200">
        <a:solidFill>
          <a:schemeClr val="bg1"/>
        </a:solidFill>
        <a:latin typeface="Times New Roman" panose="02020603050405020304" pitchFamily="18" charset="0"/>
        <a:ea typeface="+mn-ea"/>
        <a:cs typeface="Lucida Sans Unicode" panose="020B0602030504020204" pitchFamily="34" charset="0"/>
      </a:defRPr>
    </a:lvl3pPr>
    <a:lvl4pPr marL="1600200" indent="-228600" algn="l" defTabSz="457200" rtl="0" eaLnBrk="0" fontAlgn="base" hangingPunct="0">
      <a:spcBef>
        <a:spcPct val="0"/>
      </a:spcBef>
      <a:spcAft>
        <a:spcPct val="0"/>
      </a:spcAft>
      <a:defRPr sz="2400" kern="1200">
        <a:solidFill>
          <a:schemeClr val="bg1"/>
        </a:solidFill>
        <a:latin typeface="Times New Roman" panose="02020603050405020304" pitchFamily="18" charset="0"/>
        <a:ea typeface="+mn-ea"/>
        <a:cs typeface="Lucida Sans Unicode" panose="020B0602030504020204" pitchFamily="34" charset="0"/>
      </a:defRPr>
    </a:lvl4pPr>
    <a:lvl5pPr marL="2057400" indent="-228600" algn="l" defTabSz="457200" rtl="0" eaLnBrk="0" fontAlgn="base" hangingPunct="0">
      <a:spcBef>
        <a:spcPct val="0"/>
      </a:spcBef>
      <a:spcAft>
        <a:spcPct val="0"/>
      </a:spcAft>
      <a:defRPr sz="2400" kern="1200">
        <a:solidFill>
          <a:schemeClr val="bg1"/>
        </a:solidFill>
        <a:latin typeface="Times New Roman" panose="02020603050405020304" pitchFamily="18" charset="0"/>
        <a:ea typeface="+mn-ea"/>
        <a:cs typeface="Lucida Sans Unicode" panose="020B0602030504020204" pitchFamily="34" charset="0"/>
      </a:defRPr>
    </a:lvl5pPr>
    <a:lvl6pPr marL="2286000" algn="l" defTabSz="914400" rtl="0" eaLnBrk="1" latinLnBrk="0" hangingPunct="1">
      <a:defRPr sz="2400" kern="1200">
        <a:solidFill>
          <a:schemeClr val="bg1"/>
        </a:solidFill>
        <a:latin typeface="Times New Roman" panose="02020603050405020304" pitchFamily="18" charset="0"/>
        <a:ea typeface="+mn-ea"/>
        <a:cs typeface="Lucida Sans Unicode" panose="020B0602030504020204" pitchFamily="34" charset="0"/>
      </a:defRPr>
    </a:lvl6pPr>
    <a:lvl7pPr marL="2743200" algn="l" defTabSz="914400" rtl="0" eaLnBrk="1" latinLnBrk="0" hangingPunct="1">
      <a:defRPr sz="2400" kern="1200">
        <a:solidFill>
          <a:schemeClr val="bg1"/>
        </a:solidFill>
        <a:latin typeface="Times New Roman" panose="02020603050405020304" pitchFamily="18" charset="0"/>
        <a:ea typeface="+mn-ea"/>
        <a:cs typeface="Lucida Sans Unicode" panose="020B0602030504020204" pitchFamily="34" charset="0"/>
      </a:defRPr>
    </a:lvl7pPr>
    <a:lvl8pPr marL="3200400" algn="l" defTabSz="914400" rtl="0" eaLnBrk="1" latinLnBrk="0" hangingPunct="1">
      <a:defRPr sz="2400" kern="1200">
        <a:solidFill>
          <a:schemeClr val="bg1"/>
        </a:solidFill>
        <a:latin typeface="Times New Roman" panose="02020603050405020304" pitchFamily="18" charset="0"/>
        <a:ea typeface="+mn-ea"/>
        <a:cs typeface="Lucida Sans Unicode" panose="020B0602030504020204" pitchFamily="34" charset="0"/>
      </a:defRPr>
    </a:lvl8pPr>
    <a:lvl9pPr marL="3657600" algn="l" defTabSz="914400" rtl="0" eaLnBrk="1" latinLnBrk="0" hangingPunct="1">
      <a:defRPr sz="2400" kern="1200">
        <a:solidFill>
          <a:schemeClr val="bg1"/>
        </a:solidFill>
        <a:latin typeface="Times New Roman" panose="02020603050405020304" pitchFamily="18" charset="0"/>
        <a:ea typeface="+mn-ea"/>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542" y="66"/>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35B8F4-40C6-43A3-8FDD-9ED3032BE136}"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IN"/>
        </a:p>
      </dgm:t>
    </dgm:pt>
    <dgm:pt modelId="{3076A310-BDBA-4CAF-9A64-D4C038330A81}">
      <dgm:prSet phldrT="[Text]"/>
      <dgm:spPr/>
      <dgm:t>
        <a:bodyPr/>
        <a:lstStyle/>
        <a:p>
          <a:r>
            <a:rPr lang="en-US" dirty="0"/>
            <a:t>A</a:t>
          </a:r>
          <a:endParaRPr lang="en-IN" dirty="0"/>
        </a:p>
      </dgm:t>
    </dgm:pt>
    <dgm:pt modelId="{DCD972D0-59D0-4083-8DFF-84F9A135216D}" type="parTrans" cxnId="{8BA9C651-440C-4C2B-A086-B5DE2A8E681C}">
      <dgm:prSet/>
      <dgm:spPr/>
      <dgm:t>
        <a:bodyPr/>
        <a:lstStyle/>
        <a:p>
          <a:endParaRPr lang="en-IN"/>
        </a:p>
      </dgm:t>
    </dgm:pt>
    <dgm:pt modelId="{909A1009-B75D-4AA3-B958-E84633B48035}" type="sibTrans" cxnId="{8BA9C651-440C-4C2B-A086-B5DE2A8E681C}">
      <dgm:prSet/>
      <dgm:spPr/>
      <dgm:t>
        <a:bodyPr/>
        <a:lstStyle/>
        <a:p>
          <a:endParaRPr lang="en-IN"/>
        </a:p>
      </dgm:t>
    </dgm:pt>
    <dgm:pt modelId="{EA08744D-C1C2-4970-9234-109486BDB846}">
      <dgm:prSet phldrT="[Text]"/>
      <dgm:spPr/>
      <dgm:t>
        <a:bodyPr/>
        <a:lstStyle/>
        <a:p>
          <a:r>
            <a:rPr lang="en-US" dirty="0"/>
            <a:t>G</a:t>
          </a:r>
          <a:endParaRPr lang="en-IN" dirty="0"/>
        </a:p>
      </dgm:t>
    </dgm:pt>
    <dgm:pt modelId="{420EF515-4BFF-43F3-A406-BEEB406A618D}" type="parTrans" cxnId="{CAD164DE-D890-480E-948B-82A0999AB6DA}">
      <dgm:prSet/>
      <dgm:spPr/>
      <dgm:t>
        <a:bodyPr/>
        <a:lstStyle/>
        <a:p>
          <a:endParaRPr lang="en-IN"/>
        </a:p>
      </dgm:t>
    </dgm:pt>
    <dgm:pt modelId="{600339B8-5E55-4C5C-9E50-6F5D8F6FAC9F}" type="sibTrans" cxnId="{CAD164DE-D890-480E-948B-82A0999AB6DA}">
      <dgm:prSet/>
      <dgm:spPr/>
      <dgm:t>
        <a:bodyPr/>
        <a:lstStyle/>
        <a:p>
          <a:endParaRPr lang="en-IN"/>
        </a:p>
      </dgm:t>
    </dgm:pt>
    <dgm:pt modelId="{143AC55F-FD24-4DC0-BE00-9047192F4CFF}">
      <dgm:prSet phldrT="[Text]"/>
      <dgm:spPr/>
      <dgm:t>
        <a:bodyPr/>
        <a:lstStyle/>
        <a:p>
          <a:r>
            <a:rPr lang="en-US" dirty="0"/>
            <a:t>F</a:t>
          </a:r>
          <a:endParaRPr lang="en-IN" dirty="0"/>
        </a:p>
      </dgm:t>
    </dgm:pt>
    <dgm:pt modelId="{AB45E7A9-5E4D-4B45-A71E-92081573CCA8}" type="parTrans" cxnId="{B4B92656-F729-48F7-8D0A-57250B7DB32C}">
      <dgm:prSet/>
      <dgm:spPr/>
      <dgm:t>
        <a:bodyPr/>
        <a:lstStyle/>
        <a:p>
          <a:endParaRPr lang="en-IN"/>
        </a:p>
      </dgm:t>
    </dgm:pt>
    <dgm:pt modelId="{67DA5C32-0835-4072-B889-919F922C2D54}" type="sibTrans" cxnId="{B4B92656-F729-48F7-8D0A-57250B7DB32C}">
      <dgm:prSet/>
      <dgm:spPr/>
      <dgm:t>
        <a:bodyPr/>
        <a:lstStyle/>
        <a:p>
          <a:endParaRPr lang="en-IN"/>
        </a:p>
      </dgm:t>
    </dgm:pt>
    <dgm:pt modelId="{2A2DD892-5E3E-4621-9AE4-40DDA1F23566}">
      <dgm:prSet/>
      <dgm:spPr/>
      <dgm:t>
        <a:bodyPr/>
        <a:lstStyle/>
        <a:p>
          <a:r>
            <a:rPr lang="en-US" dirty="0"/>
            <a:t>B</a:t>
          </a:r>
          <a:endParaRPr lang="en-IN" dirty="0"/>
        </a:p>
      </dgm:t>
    </dgm:pt>
    <dgm:pt modelId="{93EDE0BA-0811-4232-8B62-C941CCB379AA}" type="parTrans" cxnId="{55229124-E20A-4FA7-9E9D-8C10D05CAD5E}">
      <dgm:prSet/>
      <dgm:spPr/>
      <dgm:t>
        <a:bodyPr/>
        <a:lstStyle/>
        <a:p>
          <a:endParaRPr lang="en-IN"/>
        </a:p>
      </dgm:t>
    </dgm:pt>
    <dgm:pt modelId="{0769A8DE-7A42-4097-B872-FA00A11F2DA8}" type="sibTrans" cxnId="{55229124-E20A-4FA7-9E9D-8C10D05CAD5E}">
      <dgm:prSet/>
      <dgm:spPr/>
      <dgm:t>
        <a:bodyPr/>
        <a:lstStyle/>
        <a:p>
          <a:endParaRPr lang="en-IN"/>
        </a:p>
      </dgm:t>
    </dgm:pt>
    <dgm:pt modelId="{8A7BF4C8-BC79-4EE1-B4AF-A58AA45700FA}">
      <dgm:prSet/>
      <dgm:spPr/>
      <dgm:t>
        <a:bodyPr/>
        <a:lstStyle/>
        <a:p>
          <a:r>
            <a:rPr lang="en-US" dirty="0"/>
            <a:t>D</a:t>
          </a:r>
          <a:endParaRPr lang="en-IN" dirty="0"/>
        </a:p>
      </dgm:t>
    </dgm:pt>
    <dgm:pt modelId="{F8BB222C-3FF2-4945-8AC7-54836E7BBBA2}" type="parTrans" cxnId="{2C94BCD4-A61E-4965-85A9-767320C63F74}">
      <dgm:prSet/>
      <dgm:spPr/>
      <dgm:t>
        <a:bodyPr/>
        <a:lstStyle/>
        <a:p>
          <a:endParaRPr lang="en-IN"/>
        </a:p>
      </dgm:t>
    </dgm:pt>
    <dgm:pt modelId="{95FF28BC-09CB-451E-9035-3D22C8236C8E}" type="sibTrans" cxnId="{2C94BCD4-A61E-4965-85A9-767320C63F74}">
      <dgm:prSet/>
      <dgm:spPr/>
      <dgm:t>
        <a:bodyPr/>
        <a:lstStyle/>
        <a:p>
          <a:endParaRPr lang="en-IN"/>
        </a:p>
      </dgm:t>
    </dgm:pt>
    <dgm:pt modelId="{04073DEA-EB1E-472D-9D37-5F3951DCCD6E}">
      <dgm:prSet/>
      <dgm:spPr/>
      <dgm:t>
        <a:bodyPr/>
        <a:lstStyle/>
        <a:p>
          <a:r>
            <a:rPr lang="en-US" dirty="0"/>
            <a:t>E</a:t>
          </a:r>
          <a:endParaRPr lang="en-IN" dirty="0"/>
        </a:p>
      </dgm:t>
    </dgm:pt>
    <dgm:pt modelId="{C6D62C8B-3F65-475F-AEAF-17F5A7C0E51E}" type="parTrans" cxnId="{93FD349B-729C-467E-9CC8-E3EA4389531D}">
      <dgm:prSet/>
      <dgm:spPr/>
      <dgm:t>
        <a:bodyPr/>
        <a:lstStyle/>
        <a:p>
          <a:endParaRPr lang="en-IN"/>
        </a:p>
      </dgm:t>
    </dgm:pt>
    <dgm:pt modelId="{5DF4A50C-A0CD-447A-A6EA-995D8ECB0A3C}" type="sibTrans" cxnId="{93FD349B-729C-467E-9CC8-E3EA4389531D}">
      <dgm:prSet/>
      <dgm:spPr/>
      <dgm:t>
        <a:bodyPr/>
        <a:lstStyle/>
        <a:p>
          <a:endParaRPr lang="en-IN"/>
        </a:p>
      </dgm:t>
    </dgm:pt>
    <dgm:pt modelId="{56B41CAB-D447-4410-B2E2-3FAA81D7D3D9}">
      <dgm:prSet/>
      <dgm:spPr/>
      <dgm:t>
        <a:bodyPr/>
        <a:lstStyle/>
        <a:p>
          <a:r>
            <a:rPr lang="en-US" dirty="0"/>
            <a:t>C</a:t>
          </a:r>
          <a:endParaRPr lang="en-IN" dirty="0"/>
        </a:p>
      </dgm:t>
    </dgm:pt>
    <dgm:pt modelId="{C298C56C-B830-40AB-B65E-A00DB5E04CF6}" type="parTrans" cxnId="{023B1612-4D11-4C56-A64C-59D878A6F942}">
      <dgm:prSet/>
      <dgm:spPr/>
      <dgm:t>
        <a:bodyPr/>
        <a:lstStyle/>
        <a:p>
          <a:endParaRPr lang="en-IN"/>
        </a:p>
      </dgm:t>
    </dgm:pt>
    <dgm:pt modelId="{942D40F2-FB3B-4A26-986F-0B056FBDA3ED}" type="sibTrans" cxnId="{023B1612-4D11-4C56-A64C-59D878A6F942}">
      <dgm:prSet/>
      <dgm:spPr/>
      <dgm:t>
        <a:bodyPr/>
        <a:lstStyle/>
        <a:p>
          <a:endParaRPr lang="en-IN"/>
        </a:p>
      </dgm:t>
    </dgm:pt>
    <dgm:pt modelId="{A7D402A4-E987-4523-B82D-E29C35A49CE2}" type="pres">
      <dgm:prSet presAssocID="{BA35B8F4-40C6-43A3-8FDD-9ED3032BE136}" presName="Name0" presStyleCnt="0">
        <dgm:presLayoutVars>
          <dgm:dir/>
          <dgm:resizeHandles val="exact"/>
        </dgm:presLayoutVars>
      </dgm:prSet>
      <dgm:spPr/>
    </dgm:pt>
    <dgm:pt modelId="{BC5AA945-E505-419F-88B3-866260B99653}" type="pres">
      <dgm:prSet presAssocID="{3076A310-BDBA-4CAF-9A64-D4C038330A81}" presName="node" presStyleLbl="node1" presStyleIdx="0" presStyleCnt="7">
        <dgm:presLayoutVars>
          <dgm:bulletEnabled val="1"/>
        </dgm:presLayoutVars>
      </dgm:prSet>
      <dgm:spPr/>
    </dgm:pt>
    <dgm:pt modelId="{FB9BAA6E-8885-4954-A672-BC28137DD999}" type="pres">
      <dgm:prSet presAssocID="{909A1009-B75D-4AA3-B958-E84633B48035}" presName="sibTrans" presStyleLbl="sibTrans2D1" presStyleIdx="0" presStyleCnt="7" custScaleX="206381" custScaleY="119193"/>
      <dgm:spPr/>
    </dgm:pt>
    <dgm:pt modelId="{5AA05D6C-5E8B-48FC-81C5-F81EE018327B}" type="pres">
      <dgm:prSet presAssocID="{909A1009-B75D-4AA3-B958-E84633B48035}" presName="connectorText" presStyleLbl="sibTrans2D1" presStyleIdx="0" presStyleCnt="7"/>
      <dgm:spPr/>
    </dgm:pt>
    <dgm:pt modelId="{F5F7DD1E-58C9-470D-A2A4-604023FFE161}" type="pres">
      <dgm:prSet presAssocID="{56B41CAB-D447-4410-B2E2-3FAA81D7D3D9}" presName="node" presStyleLbl="node1" presStyleIdx="1" presStyleCnt="7" custRadScaleRad="84841" custRadScaleInc="-23528">
        <dgm:presLayoutVars>
          <dgm:bulletEnabled val="1"/>
        </dgm:presLayoutVars>
      </dgm:prSet>
      <dgm:spPr/>
    </dgm:pt>
    <dgm:pt modelId="{CB8F9F0D-BAE0-44E0-ADE2-5C706F542D20}" type="pres">
      <dgm:prSet presAssocID="{942D40F2-FB3B-4A26-986F-0B056FBDA3ED}" presName="sibTrans" presStyleLbl="sibTrans2D1" presStyleIdx="1" presStyleCnt="7" custAng="4411641" custFlipVert="1" custScaleX="288336" custScaleY="96693" custLinFactX="-349995" custLinFactY="100000" custLinFactNeighborX="-400000" custLinFactNeighborY="142926"/>
      <dgm:spPr/>
    </dgm:pt>
    <dgm:pt modelId="{1E22B99F-8FDF-4F05-A233-B7B221D7F2B6}" type="pres">
      <dgm:prSet presAssocID="{942D40F2-FB3B-4A26-986F-0B056FBDA3ED}" presName="connectorText" presStyleLbl="sibTrans2D1" presStyleIdx="1" presStyleCnt="7"/>
      <dgm:spPr/>
    </dgm:pt>
    <dgm:pt modelId="{3FC49267-07F4-4005-B432-97F661689DE1}" type="pres">
      <dgm:prSet presAssocID="{EA08744D-C1C2-4970-9234-109486BDB846}" presName="node" presStyleLbl="node1" presStyleIdx="2" presStyleCnt="7" custRadScaleRad="136603" custRadScaleInc="578332">
        <dgm:presLayoutVars>
          <dgm:bulletEnabled val="1"/>
        </dgm:presLayoutVars>
      </dgm:prSet>
      <dgm:spPr/>
    </dgm:pt>
    <dgm:pt modelId="{9E6E54C1-608E-445A-A83B-820EB19C6E8D}" type="pres">
      <dgm:prSet presAssocID="{600339B8-5E55-4C5C-9E50-6F5D8F6FAC9F}" presName="sibTrans" presStyleLbl="sibTrans2D1" presStyleIdx="2" presStyleCnt="7" custAng="13871126" custScaleX="318808" custScaleY="141414" custLinFactX="-290079" custLinFactNeighborX="-300000" custLinFactNeighborY="-51757"/>
      <dgm:spPr/>
    </dgm:pt>
    <dgm:pt modelId="{2FDA028A-E05F-467A-8D7C-8F452E3794B1}" type="pres">
      <dgm:prSet presAssocID="{600339B8-5E55-4C5C-9E50-6F5D8F6FAC9F}" presName="connectorText" presStyleLbl="sibTrans2D1" presStyleIdx="2" presStyleCnt="7"/>
      <dgm:spPr/>
    </dgm:pt>
    <dgm:pt modelId="{FD5A101A-CD12-496A-AFB3-C6CF7E76897C}" type="pres">
      <dgm:prSet presAssocID="{143AC55F-FD24-4DC0-BE00-9047192F4CFF}" presName="node" presStyleLbl="node1" presStyleIdx="3" presStyleCnt="7" custRadScaleRad="115779" custRadScaleInc="-263442">
        <dgm:presLayoutVars>
          <dgm:bulletEnabled val="1"/>
        </dgm:presLayoutVars>
      </dgm:prSet>
      <dgm:spPr/>
    </dgm:pt>
    <dgm:pt modelId="{B020D602-15E4-42FC-B4CA-9CAF1B195CFD}" type="pres">
      <dgm:prSet presAssocID="{67DA5C32-0835-4072-B889-919F922C2D54}" presName="sibTrans" presStyleLbl="sibTrans2D1" presStyleIdx="3" presStyleCnt="7" custAng="2140833" custFlipVert="0" custScaleX="285658" custScaleY="130145" custLinFactX="13695" custLinFactY="-122359" custLinFactNeighborX="100000" custLinFactNeighborY="-200000"/>
      <dgm:spPr/>
    </dgm:pt>
    <dgm:pt modelId="{4A28E5B9-C4AA-4735-A46A-BC506A0D25BD}" type="pres">
      <dgm:prSet presAssocID="{67DA5C32-0835-4072-B889-919F922C2D54}" presName="connectorText" presStyleLbl="sibTrans2D1" presStyleIdx="3" presStyleCnt="7"/>
      <dgm:spPr/>
    </dgm:pt>
    <dgm:pt modelId="{89921FF9-440B-4D45-84C4-C706A042C173}" type="pres">
      <dgm:prSet presAssocID="{04073DEA-EB1E-472D-9D37-5F3951DCCD6E}" presName="node" presStyleLbl="node1" presStyleIdx="4" presStyleCnt="7" custRadScaleRad="52528" custRadScaleInc="-479698">
        <dgm:presLayoutVars>
          <dgm:bulletEnabled val="1"/>
        </dgm:presLayoutVars>
      </dgm:prSet>
      <dgm:spPr/>
    </dgm:pt>
    <dgm:pt modelId="{8419B93C-D122-4D7B-B806-321E1AC02FDF}" type="pres">
      <dgm:prSet presAssocID="{5DF4A50C-A0CD-447A-A6EA-995D8ECB0A3C}" presName="sibTrans" presStyleLbl="sibTrans2D1" presStyleIdx="4" presStyleCnt="7" custAng="18762557" custFlipVert="0" custScaleX="265480" custScaleY="155114" custLinFactX="393358" custLinFactY="-106669" custLinFactNeighborX="400000" custLinFactNeighborY="-200000"/>
      <dgm:spPr/>
    </dgm:pt>
    <dgm:pt modelId="{1E5DAFFE-AC43-4E46-8357-D5238EF0CD60}" type="pres">
      <dgm:prSet presAssocID="{5DF4A50C-A0CD-447A-A6EA-995D8ECB0A3C}" presName="connectorText" presStyleLbl="sibTrans2D1" presStyleIdx="4" presStyleCnt="7"/>
      <dgm:spPr/>
    </dgm:pt>
    <dgm:pt modelId="{64EA9A91-CD0E-4733-B853-4721CC5FDC4D}" type="pres">
      <dgm:prSet presAssocID="{8A7BF4C8-BC79-4EE1-B4AF-A58AA45700FA}" presName="node" presStyleLbl="node1" presStyleIdx="5" presStyleCnt="7" custRadScaleRad="98935" custRadScaleInc="72021">
        <dgm:presLayoutVars>
          <dgm:bulletEnabled val="1"/>
        </dgm:presLayoutVars>
      </dgm:prSet>
      <dgm:spPr/>
    </dgm:pt>
    <dgm:pt modelId="{BCE01792-6AC5-45E0-917D-5B925B1C5B62}" type="pres">
      <dgm:prSet presAssocID="{95FF28BC-09CB-451E-9035-3D22C8236C8E}" presName="sibTrans" presStyleLbl="sibTrans2D1" presStyleIdx="5" presStyleCnt="7" custScaleX="268488" custScaleY="162402"/>
      <dgm:spPr/>
    </dgm:pt>
    <dgm:pt modelId="{529E3230-7245-4B64-8D47-86AD922EBC02}" type="pres">
      <dgm:prSet presAssocID="{95FF28BC-09CB-451E-9035-3D22C8236C8E}" presName="connectorText" presStyleLbl="sibTrans2D1" presStyleIdx="5" presStyleCnt="7"/>
      <dgm:spPr/>
    </dgm:pt>
    <dgm:pt modelId="{8E880021-2E06-429D-A7FF-CE766207B7DD}" type="pres">
      <dgm:prSet presAssocID="{2A2DD892-5E3E-4621-9AE4-40DDA1F23566}" presName="node" presStyleLbl="node1" presStyleIdx="6" presStyleCnt="7" custRadScaleRad="78917" custRadScaleInc="40703">
        <dgm:presLayoutVars>
          <dgm:bulletEnabled val="1"/>
        </dgm:presLayoutVars>
      </dgm:prSet>
      <dgm:spPr/>
    </dgm:pt>
    <dgm:pt modelId="{141FC637-B734-41E4-ACA2-0C500446C81A}" type="pres">
      <dgm:prSet presAssocID="{0769A8DE-7A42-4097-B872-FA00A11F2DA8}" presName="sibTrans" presStyleLbl="sibTrans2D1" presStyleIdx="6" presStyleCnt="7" custScaleX="193755" custScaleY="118177"/>
      <dgm:spPr/>
    </dgm:pt>
    <dgm:pt modelId="{3FD707CC-B8C5-4FA9-8977-91557CC98BF0}" type="pres">
      <dgm:prSet presAssocID="{0769A8DE-7A42-4097-B872-FA00A11F2DA8}" presName="connectorText" presStyleLbl="sibTrans2D1" presStyleIdx="6" presStyleCnt="7"/>
      <dgm:spPr/>
    </dgm:pt>
  </dgm:ptLst>
  <dgm:cxnLst>
    <dgm:cxn modelId="{73A3CE0D-7786-474C-9696-7DEEB2523F51}" type="presOf" srcId="{2A2DD892-5E3E-4621-9AE4-40DDA1F23566}" destId="{8E880021-2E06-429D-A7FF-CE766207B7DD}" srcOrd="0" destOrd="0" presId="urn:microsoft.com/office/officeart/2005/8/layout/cycle7"/>
    <dgm:cxn modelId="{023B1612-4D11-4C56-A64C-59D878A6F942}" srcId="{BA35B8F4-40C6-43A3-8FDD-9ED3032BE136}" destId="{56B41CAB-D447-4410-B2E2-3FAA81D7D3D9}" srcOrd="1" destOrd="0" parTransId="{C298C56C-B830-40AB-B65E-A00DB5E04CF6}" sibTransId="{942D40F2-FB3B-4A26-986F-0B056FBDA3ED}"/>
    <dgm:cxn modelId="{30F1091B-FCB1-4E87-BD3B-69CD57979643}" type="presOf" srcId="{942D40F2-FB3B-4A26-986F-0B056FBDA3ED}" destId="{1E22B99F-8FDF-4F05-A233-B7B221D7F2B6}" srcOrd="1" destOrd="0" presId="urn:microsoft.com/office/officeart/2005/8/layout/cycle7"/>
    <dgm:cxn modelId="{2F41E81D-925E-4C2D-9036-AA97A5A5C6B4}" type="presOf" srcId="{5DF4A50C-A0CD-447A-A6EA-995D8ECB0A3C}" destId="{8419B93C-D122-4D7B-B806-321E1AC02FDF}" srcOrd="0" destOrd="0" presId="urn:microsoft.com/office/officeart/2005/8/layout/cycle7"/>
    <dgm:cxn modelId="{78A1D023-55F0-4F99-963A-8912F51747DC}" type="presOf" srcId="{909A1009-B75D-4AA3-B958-E84633B48035}" destId="{FB9BAA6E-8885-4954-A672-BC28137DD999}" srcOrd="0" destOrd="0" presId="urn:microsoft.com/office/officeart/2005/8/layout/cycle7"/>
    <dgm:cxn modelId="{55229124-E20A-4FA7-9E9D-8C10D05CAD5E}" srcId="{BA35B8F4-40C6-43A3-8FDD-9ED3032BE136}" destId="{2A2DD892-5E3E-4621-9AE4-40DDA1F23566}" srcOrd="6" destOrd="0" parTransId="{93EDE0BA-0811-4232-8B62-C941CCB379AA}" sibTransId="{0769A8DE-7A42-4097-B872-FA00A11F2DA8}"/>
    <dgm:cxn modelId="{B2A92C25-5771-4A41-A732-DE670E2F9A9F}" type="presOf" srcId="{143AC55F-FD24-4DC0-BE00-9047192F4CFF}" destId="{FD5A101A-CD12-496A-AFB3-C6CF7E76897C}" srcOrd="0" destOrd="0" presId="urn:microsoft.com/office/officeart/2005/8/layout/cycle7"/>
    <dgm:cxn modelId="{0C084B37-D0AB-4589-A708-D1C307970EF5}" type="presOf" srcId="{67DA5C32-0835-4072-B889-919F922C2D54}" destId="{B020D602-15E4-42FC-B4CA-9CAF1B195CFD}" srcOrd="0" destOrd="0" presId="urn:microsoft.com/office/officeart/2005/8/layout/cycle7"/>
    <dgm:cxn modelId="{87ADD13F-850E-4FDD-BD82-9F8CEFD9CF29}" type="presOf" srcId="{909A1009-B75D-4AA3-B958-E84633B48035}" destId="{5AA05D6C-5E8B-48FC-81C5-F81EE018327B}" srcOrd="1" destOrd="0" presId="urn:microsoft.com/office/officeart/2005/8/layout/cycle7"/>
    <dgm:cxn modelId="{081DFB60-08FD-45D9-87D0-FA1FE6849DE4}" type="presOf" srcId="{8A7BF4C8-BC79-4EE1-B4AF-A58AA45700FA}" destId="{64EA9A91-CD0E-4733-B853-4721CC5FDC4D}" srcOrd="0" destOrd="0" presId="urn:microsoft.com/office/officeart/2005/8/layout/cycle7"/>
    <dgm:cxn modelId="{DE5A9444-97F6-4518-B081-DBE4B57581DB}" type="presOf" srcId="{0769A8DE-7A42-4097-B872-FA00A11F2DA8}" destId="{141FC637-B734-41E4-ACA2-0C500446C81A}" srcOrd="0" destOrd="0" presId="urn:microsoft.com/office/officeart/2005/8/layout/cycle7"/>
    <dgm:cxn modelId="{43A1AB65-26EF-41E6-9C84-3C47071BCD1B}" type="presOf" srcId="{56B41CAB-D447-4410-B2E2-3FAA81D7D3D9}" destId="{F5F7DD1E-58C9-470D-A2A4-604023FFE161}" srcOrd="0" destOrd="0" presId="urn:microsoft.com/office/officeart/2005/8/layout/cycle7"/>
    <dgm:cxn modelId="{72D5B245-D722-4C1A-95CE-73ED1D5EC006}" type="presOf" srcId="{04073DEA-EB1E-472D-9D37-5F3951DCCD6E}" destId="{89921FF9-440B-4D45-84C4-C706A042C173}" srcOrd="0" destOrd="0" presId="urn:microsoft.com/office/officeart/2005/8/layout/cycle7"/>
    <dgm:cxn modelId="{8BA9C651-440C-4C2B-A086-B5DE2A8E681C}" srcId="{BA35B8F4-40C6-43A3-8FDD-9ED3032BE136}" destId="{3076A310-BDBA-4CAF-9A64-D4C038330A81}" srcOrd="0" destOrd="0" parTransId="{DCD972D0-59D0-4083-8DFF-84F9A135216D}" sibTransId="{909A1009-B75D-4AA3-B958-E84633B48035}"/>
    <dgm:cxn modelId="{84464573-A627-4AE6-9F94-0A1C68588DE2}" type="presOf" srcId="{600339B8-5E55-4C5C-9E50-6F5D8F6FAC9F}" destId="{9E6E54C1-608E-445A-A83B-820EB19C6E8D}" srcOrd="0" destOrd="0" presId="urn:microsoft.com/office/officeart/2005/8/layout/cycle7"/>
    <dgm:cxn modelId="{E2504873-EED6-442F-8376-52647EBA2053}" type="presOf" srcId="{942D40F2-FB3B-4A26-986F-0B056FBDA3ED}" destId="{CB8F9F0D-BAE0-44E0-ADE2-5C706F542D20}" srcOrd="0" destOrd="0" presId="urn:microsoft.com/office/officeart/2005/8/layout/cycle7"/>
    <dgm:cxn modelId="{B4B92656-F729-48F7-8D0A-57250B7DB32C}" srcId="{BA35B8F4-40C6-43A3-8FDD-9ED3032BE136}" destId="{143AC55F-FD24-4DC0-BE00-9047192F4CFF}" srcOrd="3" destOrd="0" parTransId="{AB45E7A9-5E4D-4B45-A71E-92081573CCA8}" sibTransId="{67DA5C32-0835-4072-B889-919F922C2D54}"/>
    <dgm:cxn modelId="{F0EC9557-2FA7-4D7C-ABFB-29179F9DF16B}" type="presOf" srcId="{95FF28BC-09CB-451E-9035-3D22C8236C8E}" destId="{529E3230-7245-4B64-8D47-86AD922EBC02}" srcOrd="1" destOrd="0" presId="urn:microsoft.com/office/officeart/2005/8/layout/cycle7"/>
    <dgm:cxn modelId="{459A3D86-037B-47AF-855A-0924EDB19B69}" type="presOf" srcId="{EA08744D-C1C2-4970-9234-109486BDB846}" destId="{3FC49267-07F4-4005-B432-97F661689DE1}" srcOrd="0" destOrd="0" presId="urn:microsoft.com/office/officeart/2005/8/layout/cycle7"/>
    <dgm:cxn modelId="{F89DCA86-4BDF-4511-977A-DA926AB67A71}" type="presOf" srcId="{0769A8DE-7A42-4097-B872-FA00A11F2DA8}" destId="{3FD707CC-B8C5-4FA9-8977-91557CC98BF0}" srcOrd="1" destOrd="0" presId="urn:microsoft.com/office/officeart/2005/8/layout/cycle7"/>
    <dgm:cxn modelId="{93FD349B-729C-467E-9CC8-E3EA4389531D}" srcId="{BA35B8F4-40C6-43A3-8FDD-9ED3032BE136}" destId="{04073DEA-EB1E-472D-9D37-5F3951DCCD6E}" srcOrd="4" destOrd="0" parTransId="{C6D62C8B-3F65-475F-AEAF-17F5A7C0E51E}" sibTransId="{5DF4A50C-A0CD-447A-A6EA-995D8ECB0A3C}"/>
    <dgm:cxn modelId="{706F939F-C4B1-41DA-9EBD-AD218ADDC1A9}" type="presOf" srcId="{67DA5C32-0835-4072-B889-919F922C2D54}" destId="{4A28E5B9-C4AA-4735-A46A-BC506A0D25BD}" srcOrd="1" destOrd="0" presId="urn:microsoft.com/office/officeart/2005/8/layout/cycle7"/>
    <dgm:cxn modelId="{2058B2A3-8BAF-455A-B5AB-71F3E10850A0}" type="presOf" srcId="{95FF28BC-09CB-451E-9035-3D22C8236C8E}" destId="{BCE01792-6AC5-45E0-917D-5B925B1C5B62}" srcOrd="0" destOrd="0" presId="urn:microsoft.com/office/officeart/2005/8/layout/cycle7"/>
    <dgm:cxn modelId="{100235B6-F58E-438E-AB5E-7FE79A258FE4}" type="presOf" srcId="{600339B8-5E55-4C5C-9E50-6F5D8F6FAC9F}" destId="{2FDA028A-E05F-467A-8D7C-8F452E3794B1}" srcOrd="1" destOrd="0" presId="urn:microsoft.com/office/officeart/2005/8/layout/cycle7"/>
    <dgm:cxn modelId="{9D3DD8C6-10E5-4DA5-AB7E-A1D94C42D771}" type="presOf" srcId="{BA35B8F4-40C6-43A3-8FDD-9ED3032BE136}" destId="{A7D402A4-E987-4523-B82D-E29C35A49CE2}" srcOrd="0" destOrd="0" presId="urn:microsoft.com/office/officeart/2005/8/layout/cycle7"/>
    <dgm:cxn modelId="{2C94BCD4-A61E-4965-85A9-767320C63F74}" srcId="{BA35B8F4-40C6-43A3-8FDD-9ED3032BE136}" destId="{8A7BF4C8-BC79-4EE1-B4AF-A58AA45700FA}" srcOrd="5" destOrd="0" parTransId="{F8BB222C-3FF2-4945-8AC7-54836E7BBBA2}" sibTransId="{95FF28BC-09CB-451E-9035-3D22C8236C8E}"/>
    <dgm:cxn modelId="{4A37F5DB-C483-4FE8-A5E1-D1D7E9F70533}" type="presOf" srcId="{5DF4A50C-A0CD-447A-A6EA-995D8ECB0A3C}" destId="{1E5DAFFE-AC43-4E46-8357-D5238EF0CD60}" srcOrd="1" destOrd="0" presId="urn:microsoft.com/office/officeart/2005/8/layout/cycle7"/>
    <dgm:cxn modelId="{CAD164DE-D890-480E-948B-82A0999AB6DA}" srcId="{BA35B8F4-40C6-43A3-8FDD-9ED3032BE136}" destId="{EA08744D-C1C2-4970-9234-109486BDB846}" srcOrd="2" destOrd="0" parTransId="{420EF515-4BFF-43F3-A406-BEEB406A618D}" sibTransId="{600339B8-5E55-4C5C-9E50-6F5D8F6FAC9F}"/>
    <dgm:cxn modelId="{758563E9-972C-4F26-B316-40B8CF387C2F}" type="presOf" srcId="{3076A310-BDBA-4CAF-9A64-D4C038330A81}" destId="{BC5AA945-E505-419F-88B3-866260B99653}" srcOrd="0" destOrd="0" presId="urn:microsoft.com/office/officeart/2005/8/layout/cycle7"/>
    <dgm:cxn modelId="{1025421C-E97F-40F3-B262-4FC423DAA3BA}" type="presParOf" srcId="{A7D402A4-E987-4523-B82D-E29C35A49CE2}" destId="{BC5AA945-E505-419F-88B3-866260B99653}" srcOrd="0" destOrd="0" presId="urn:microsoft.com/office/officeart/2005/8/layout/cycle7"/>
    <dgm:cxn modelId="{B198DBB4-254F-4DE9-B093-6082262A25A7}" type="presParOf" srcId="{A7D402A4-E987-4523-B82D-E29C35A49CE2}" destId="{FB9BAA6E-8885-4954-A672-BC28137DD999}" srcOrd="1" destOrd="0" presId="urn:microsoft.com/office/officeart/2005/8/layout/cycle7"/>
    <dgm:cxn modelId="{585C0EFF-5498-4896-B50D-9D8B19830BF4}" type="presParOf" srcId="{FB9BAA6E-8885-4954-A672-BC28137DD999}" destId="{5AA05D6C-5E8B-48FC-81C5-F81EE018327B}" srcOrd="0" destOrd="0" presId="urn:microsoft.com/office/officeart/2005/8/layout/cycle7"/>
    <dgm:cxn modelId="{0115D543-2CAE-47FC-BEE4-6C4CC7228BC0}" type="presParOf" srcId="{A7D402A4-E987-4523-B82D-E29C35A49CE2}" destId="{F5F7DD1E-58C9-470D-A2A4-604023FFE161}" srcOrd="2" destOrd="0" presId="urn:microsoft.com/office/officeart/2005/8/layout/cycle7"/>
    <dgm:cxn modelId="{1A5B9698-FF1B-44FE-A56F-2A54A1B407D8}" type="presParOf" srcId="{A7D402A4-E987-4523-B82D-E29C35A49CE2}" destId="{CB8F9F0D-BAE0-44E0-ADE2-5C706F542D20}" srcOrd="3" destOrd="0" presId="urn:microsoft.com/office/officeart/2005/8/layout/cycle7"/>
    <dgm:cxn modelId="{201278D9-82E0-4721-8E97-6E8A5B83B487}" type="presParOf" srcId="{CB8F9F0D-BAE0-44E0-ADE2-5C706F542D20}" destId="{1E22B99F-8FDF-4F05-A233-B7B221D7F2B6}" srcOrd="0" destOrd="0" presId="urn:microsoft.com/office/officeart/2005/8/layout/cycle7"/>
    <dgm:cxn modelId="{A1370BD6-3785-44CC-BB8E-7A8F7C99D33F}" type="presParOf" srcId="{A7D402A4-E987-4523-B82D-E29C35A49CE2}" destId="{3FC49267-07F4-4005-B432-97F661689DE1}" srcOrd="4" destOrd="0" presId="urn:microsoft.com/office/officeart/2005/8/layout/cycle7"/>
    <dgm:cxn modelId="{65C6912C-9ED0-42D8-81DD-D735ADBCE849}" type="presParOf" srcId="{A7D402A4-E987-4523-B82D-E29C35A49CE2}" destId="{9E6E54C1-608E-445A-A83B-820EB19C6E8D}" srcOrd="5" destOrd="0" presId="urn:microsoft.com/office/officeart/2005/8/layout/cycle7"/>
    <dgm:cxn modelId="{916F6D6D-3BC9-4C2C-82EC-E161E06E3AFF}" type="presParOf" srcId="{9E6E54C1-608E-445A-A83B-820EB19C6E8D}" destId="{2FDA028A-E05F-467A-8D7C-8F452E3794B1}" srcOrd="0" destOrd="0" presId="urn:microsoft.com/office/officeart/2005/8/layout/cycle7"/>
    <dgm:cxn modelId="{DD6D4113-4051-474E-B507-2CE1A9E1714D}" type="presParOf" srcId="{A7D402A4-E987-4523-B82D-E29C35A49CE2}" destId="{FD5A101A-CD12-496A-AFB3-C6CF7E76897C}" srcOrd="6" destOrd="0" presId="urn:microsoft.com/office/officeart/2005/8/layout/cycle7"/>
    <dgm:cxn modelId="{0BFD3039-6CF6-4719-B3B7-0ACA78DD1DD5}" type="presParOf" srcId="{A7D402A4-E987-4523-B82D-E29C35A49CE2}" destId="{B020D602-15E4-42FC-B4CA-9CAF1B195CFD}" srcOrd="7" destOrd="0" presId="urn:microsoft.com/office/officeart/2005/8/layout/cycle7"/>
    <dgm:cxn modelId="{231C3B46-603C-440F-ABF9-5D82317EB074}" type="presParOf" srcId="{B020D602-15E4-42FC-B4CA-9CAF1B195CFD}" destId="{4A28E5B9-C4AA-4735-A46A-BC506A0D25BD}" srcOrd="0" destOrd="0" presId="urn:microsoft.com/office/officeart/2005/8/layout/cycle7"/>
    <dgm:cxn modelId="{DC362273-51F1-4DD0-B995-BABD82B2D61B}" type="presParOf" srcId="{A7D402A4-E987-4523-B82D-E29C35A49CE2}" destId="{89921FF9-440B-4D45-84C4-C706A042C173}" srcOrd="8" destOrd="0" presId="urn:microsoft.com/office/officeart/2005/8/layout/cycle7"/>
    <dgm:cxn modelId="{5B43C48C-E737-47D0-9394-0F4ED1756C7E}" type="presParOf" srcId="{A7D402A4-E987-4523-B82D-E29C35A49CE2}" destId="{8419B93C-D122-4D7B-B806-321E1AC02FDF}" srcOrd="9" destOrd="0" presId="urn:microsoft.com/office/officeart/2005/8/layout/cycle7"/>
    <dgm:cxn modelId="{2BCBF026-BD88-45DC-8CF7-138C1578ED15}" type="presParOf" srcId="{8419B93C-D122-4D7B-B806-321E1AC02FDF}" destId="{1E5DAFFE-AC43-4E46-8357-D5238EF0CD60}" srcOrd="0" destOrd="0" presId="urn:microsoft.com/office/officeart/2005/8/layout/cycle7"/>
    <dgm:cxn modelId="{029A02C8-C102-4A68-B2C4-915B35C0338F}" type="presParOf" srcId="{A7D402A4-E987-4523-B82D-E29C35A49CE2}" destId="{64EA9A91-CD0E-4733-B853-4721CC5FDC4D}" srcOrd="10" destOrd="0" presId="urn:microsoft.com/office/officeart/2005/8/layout/cycle7"/>
    <dgm:cxn modelId="{3EA18C0E-C8DC-4938-88C4-C8E4CC63A904}" type="presParOf" srcId="{A7D402A4-E987-4523-B82D-E29C35A49CE2}" destId="{BCE01792-6AC5-45E0-917D-5B925B1C5B62}" srcOrd="11" destOrd="0" presId="urn:microsoft.com/office/officeart/2005/8/layout/cycle7"/>
    <dgm:cxn modelId="{62954493-9DB1-4FCB-BD20-A098CE4CA00F}" type="presParOf" srcId="{BCE01792-6AC5-45E0-917D-5B925B1C5B62}" destId="{529E3230-7245-4B64-8D47-86AD922EBC02}" srcOrd="0" destOrd="0" presId="urn:microsoft.com/office/officeart/2005/8/layout/cycle7"/>
    <dgm:cxn modelId="{27E78921-17D5-45D5-B233-0773874DC21E}" type="presParOf" srcId="{A7D402A4-E987-4523-B82D-E29C35A49CE2}" destId="{8E880021-2E06-429D-A7FF-CE766207B7DD}" srcOrd="12" destOrd="0" presId="urn:microsoft.com/office/officeart/2005/8/layout/cycle7"/>
    <dgm:cxn modelId="{14E8BFAF-239A-4D9D-8AA5-A4CD812AFBA9}" type="presParOf" srcId="{A7D402A4-E987-4523-B82D-E29C35A49CE2}" destId="{141FC637-B734-41E4-ACA2-0C500446C81A}" srcOrd="13" destOrd="0" presId="urn:microsoft.com/office/officeart/2005/8/layout/cycle7"/>
    <dgm:cxn modelId="{3EA02BC6-8E78-454E-9665-A56B02AA774E}" type="presParOf" srcId="{141FC637-B734-41E4-ACA2-0C500446C81A}" destId="{3FD707CC-B8C5-4FA9-8977-91557CC98BF0}"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A35B8F4-40C6-43A3-8FDD-9ED3032BE136}" type="doc">
      <dgm:prSet loTypeId="urn:microsoft.com/office/officeart/2005/8/layout/cycle7" loCatId="cycle" qsTypeId="urn:microsoft.com/office/officeart/2005/8/quickstyle/simple4" qsCatId="simple" csTypeId="urn:microsoft.com/office/officeart/2005/8/colors/accent1_2" csCatId="accent1" phldr="1"/>
      <dgm:spPr/>
      <dgm:t>
        <a:bodyPr/>
        <a:lstStyle/>
        <a:p>
          <a:endParaRPr lang="en-IN"/>
        </a:p>
      </dgm:t>
    </dgm:pt>
    <dgm:pt modelId="{3076A310-BDBA-4CAF-9A64-D4C038330A81}">
      <dgm:prSet phldrT="[Text]"/>
      <dgm:spPr/>
      <dgm:t>
        <a:bodyPr/>
        <a:lstStyle/>
        <a:p>
          <a:r>
            <a:rPr lang="en-US" dirty="0"/>
            <a:t>A</a:t>
          </a:r>
          <a:endParaRPr lang="en-IN" dirty="0"/>
        </a:p>
      </dgm:t>
    </dgm:pt>
    <dgm:pt modelId="{DCD972D0-59D0-4083-8DFF-84F9A135216D}" type="parTrans" cxnId="{8BA9C651-440C-4C2B-A086-B5DE2A8E681C}">
      <dgm:prSet/>
      <dgm:spPr/>
      <dgm:t>
        <a:bodyPr/>
        <a:lstStyle/>
        <a:p>
          <a:endParaRPr lang="en-IN"/>
        </a:p>
      </dgm:t>
    </dgm:pt>
    <dgm:pt modelId="{909A1009-B75D-4AA3-B958-E84633B48035}" type="sibTrans" cxnId="{8BA9C651-440C-4C2B-A086-B5DE2A8E681C}">
      <dgm:prSet/>
      <dgm:spPr/>
      <dgm:t>
        <a:bodyPr/>
        <a:lstStyle/>
        <a:p>
          <a:endParaRPr lang="en-IN"/>
        </a:p>
      </dgm:t>
    </dgm:pt>
    <dgm:pt modelId="{EA08744D-C1C2-4970-9234-109486BDB846}">
      <dgm:prSet phldrT="[Text]"/>
      <dgm:spPr/>
      <dgm:t>
        <a:bodyPr/>
        <a:lstStyle/>
        <a:p>
          <a:r>
            <a:rPr lang="en-US"/>
            <a:t>G</a:t>
          </a:r>
          <a:endParaRPr lang="en-IN" dirty="0"/>
        </a:p>
      </dgm:t>
    </dgm:pt>
    <dgm:pt modelId="{420EF515-4BFF-43F3-A406-BEEB406A618D}" type="parTrans" cxnId="{CAD164DE-D890-480E-948B-82A0999AB6DA}">
      <dgm:prSet/>
      <dgm:spPr/>
      <dgm:t>
        <a:bodyPr/>
        <a:lstStyle/>
        <a:p>
          <a:endParaRPr lang="en-IN"/>
        </a:p>
      </dgm:t>
    </dgm:pt>
    <dgm:pt modelId="{600339B8-5E55-4C5C-9E50-6F5D8F6FAC9F}" type="sibTrans" cxnId="{CAD164DE-D890-480E-948B-82A0999AB6DA}">
      <dgm:prSet/>
      <dgm:spPr/>
      <dgm:t>
        <a:bodyPr/>
        <a:lstStyle/>
        <a:p>
          <a:endParaRPr lang="en-IN"/>
        </a:p>
      </dgm:t>
    </dgm:pt>
    <dgm:pt modelId="{2A2DD892-5E3E-4621-9AE4-40DDA1F23566}">
      <dgm:prSet/>
      <dgm:spPr/>
      <dgm:t>
        <a:bodyPr/>
        <a:lstStyle/>
        <a:p>
          <a:r>
            <a:rPr lang="en-US" dirty="0"/>
            <a:t>B</a:t>
          </a:r>
          <a:endParaRPr lang="en-IN" dirty="0"/>
        </a:p>
      </dgm:t>
    </dgm:pt>
    <dgm:pt modelId="{93EDE0BA-0811-4232-8B62-C941CCB379AA}" type="parTrans" cxnId="{55229124-E20A-4FA7-9E9D-8C10D05CAD5E}">
      <dgm:prSet/>
      <dgm:spPr/>
      <dgm:t>
        <a:bodyPr/>
        <a:lstStyle/>
        <a:p>
          <a:endParaRPr lang="en-IN"/>
        </a:p>
      </dgm:t>
    </dgm:pt>
    <dgm:pt modelId="{0769A8DE-7A42-4097-B872-FA00A11F2DA8}" type="sibTrans" cxnId="{55229124-E20A-4FA7-9E9D-8C10D05CAD5E}">
      <dgm:prSet/>
      <dgm:spPr/>
      <dgm:t>
        <a:bodyPr/>
        <a:lstStyle/>
        <a:p>
          <a:endParaRPr lang="en-IN"/>
        </a:p>
      </dgm:t>
    </dgm:pt>
    <dgm:pt modelId="{8A7BF4C8-BC79-4EE1-B4AF-A58AA45700FA}">
      <dgm:prSet/>
      <dgm:spPr/>
      <dgm:t>
        <a:bodyPr/>
        <a:lstStyle/>
        <a:p>
          <a:r>
            <a:rPr lang="en-US" dirty="0"/>
            <a:t>D</a:t>
          </a:r>
          <a:endParaRPr lang="en-IN" dirty="0"/>
        </a:p>
      </dgm:t>
    </dgm:pt>
    <dgm:pt modelId="{F8BB222C-3FF2-4945-8AC7-54836E7BBBA2}" type="parTrans" cxnId="{2C94BCD4-A61E-4965-85A9-767320C63F74}">
      <dgm:prSet/>
      <dgm:spPr/>
      <dgm:t>
        <a:bodyPr/>
        <a:lstStyle/>
        <a:p>
          <a:endParaRPr lang="en-IN"/>
        </a:p>
      </dgm:t>
    </dgm:pt>
    <dgm:pt modelId="{95FF28BC-09CB-451E-9035-3D22C8236C8E}" type="sibTrans" cxnId="{2C94BCD4-A61E-4965-85A9-767320C63F74}">
      <dgm:prSet/>
      <dgm:spPr/>
      <dgm:t>
        <a:bodyPr/>
        <a:lstStyle/>
        <a:p>
          <a:endParaRPr lang="en-IN"/>
        </a:p>
      </dgm:t>
    </dgm:pt>
    <dgm:pt modelId="{04073DEA-EB1E-472D-9D37-5F3951DCCD6E}">
      <dgm:prSet/>
      <dgm:spPr/>
      <dgm:t>
        <a:bodyPr/>
        <a:lstStyle/>
        <a:p>
          <a:r>
            <a:rPr lang="en-US" dirty="0"/>
            <a:t>E</a:t>
          </a:r>
          <a:endParaRPr lang="en-IN" dirty="0"/>
        </a:p>
      </dgm:t>
    </dgm:pt>
    <dgm:pt modelId="{C6D62C8B-3F65-475F-AEAF-17F5A7C0E51E}" type="parTrans" cxnId="{93FD349B-729C-467E-9CC8-E3EA4389531D}">
      <dgm:prSet/>
      <dgm:spPr/>
      <dgm:t>
        <a:bodyPr/>
        <a:lstStyle/>
        <a:p>
          <a:endParaRPr lang="en-IN"/>
        </a:p>
      </dgm:t>
    </dgm:pt>
    <dgm:pt modelId="{5DF4A50C-A0CD-447A-A6EA-995D8ECB0A3C}" type="sibTrans" cxnId="{93FD349B-729C-467E-9CC8-E3EA4389531D}">
      <dgm:prSet/>
      <dgm:spPr/>
      <dgm:t>
        <a:bodyPr/>
        <a:lstStyle/>
        <a:p>
          <a:endParaRPr lang="en-IN"/>
        </a:p>
      </dgm:t>
    </dgm:pt>
    <dgm:pt modelId="{56B41CAB-D447-4410-B2E2-3FAA81D7D3D9}">
      <dgm:prSet/>
      <dgm:spPr/>
      <dgm:t>
        <a:bodyPr/>
        <a:lstStyle/>
        <a:p>
          <a:r>
            <a:rPr lang="en-US" dirty="0"/>
            <a:t>C</a:t>
          </a:r>
          <a:endParaRPr lang="en-IN" dirty="0"/>
        </a:p>
      </dgm:t>
    </dgm:pt>
    <dgm:pt modelId="{C298C56C-B830-40AB-B65E-A00DB5E04CF6}" type="parTrans" cxnId="{023B1612-4D11-4C56-A64C-59D878A6F942}">
      <dgm:prSet/>
      <dgm:spPr/>
      <dgm:t>
        <a:bodyPr/>
        <a:lstStyle/>
        <a:p>
          <a:endParaRPr lang="en-IN"/>
        </a:p>
      </dgm:t>
    </dgm:pt>
    <dgm:pt modelId="{942D40F2-FB3B-4A26-986F-0B056FBDA3ED}" type="sibTrans" cxnId="{023B1612-4D11-4C56-A64C-59D878A6F942}">
      <dgm:prSet/>
      <dgm:spPr/>
      <dgm:t>
        <a:bodyPr/>
        <a:lstStyle/>
        <a:p>
          <a:endParaRPr lang="en-IN"/>
        </a:p>
      </dgm:t>
    </dgm:pt>
    <dgm:pt modelId="{A7D402A4-E987-4523-B82D-E29C35A49CE2}" type="pres">
      <dgm:prSet presAssocID="{BA35B8F4-40C6-43A3-8FDD-9ED3032BE136}" presName="Name0" presStyleCnt="0">
        <dgm:presLayoutVars>
          <dgm:dir/>
          <dgm:resizeHandles val="exact"/>
        </dgm:presLayoutVars>
      </dgm:prSet>
      <dgm:spPr/>
    </dgm:pt>
    <dgm:pt modelId="{BC5AA945-E505-419F-88B3-866260B99653}" type="pres">
      <dgm:prSet presAssocID="{3076A310-BDBA-4CAF-9A64-D4C038330A81}" presName="node" presStyleLbl="node1" presStyleIdx="0" presStyleCnt="6">
        <dgm:presLayoutVars>
          <dgm:bulletEnabled val="1"/>
        </dgm:presLayoutVars>
      </dgm:prSet>
      <dgm:spPr/>
    </dgm:pt>
    <dgm:pt modelId="{FB9BAA6E-8885-4954-A672-BC28137DD999}" type="pres">
      <dgm:prSet presAssocID="{909A1009-B75D-4AA3-B958-E84633B48035}" presName="sibTrans" presStyleLbl="sibTrans2D1" presStyleIdx="0" presStyleCnt="6" custScaleX="206381" custScaleY="119193" custLinFactNeighborX="-23342" custLinFactNeighborY="-51251"/>
      <dgm:spPr/>
    </dgm:pt>
    <dgm:pt modelId="{5AA05D6C-5E8B-48FC-81C5-F81EE018327B}" type="pres">
      <dgm:prSet presAssocID="{909A1009-B75D-4AA3-B958-E84633B48035}" presName="connectorText" presStyleLbl="sibTrans2D1" presStyleIdx="0" presStyleCnt="6"/>
      <dgm:spPr/>
    </dgm:pt>
    <dgm:pt modelId="{F5F7DD1E-58C9-470D-A2A4-604023FFE161}" type="pres">
      <dgm:prSet presAssocID="{56B41CAB-D447-4410-B2E2-3FAA81D7D3D9}" presName="node" presStyleLbl="node1" presStyleIdx="1" presStyleCnt="6" custRadScaleRad="84841" custRadScaleInc="-23528">
        <dgm:presLayoutVars>
          <dgm:bulletEnabled val="1"/>
        </dgm:presLayoutVars>
      </dgm:prSet>
      <dgm:spPr/>
    </dgm:pt>
    <dgm:pt modelId="{CB8F9F0D-BAE0-44E0-ADE2-5C706F542D20}" type="pres">
      <dgm:prSet presAssocID="{942D40F2-FB3B-4A26-986F-0B056FBDA3ED}" presName="sibTrans" presStyleLbl="sibTrans2D1" presStyleIdx="1" presStyleCnt="6" custAng="16129348" custFlipVert="1" custScaleX="288336" custScaleY="96693" custLinFactX="-200000" custLinFactY="100000" custLinFactNeighborX="-212866" custLinFactNeighborY="130827"/>
      <dgm:spPr/>
    </dgm:pt>
    <dgm:pt modelId="{1E22B99F-8FDF-4F05-A233-B7B221D7F2B6}" type="pres">
      <dgm:prSet presAssocID="{942D40F2-FB3B-4A26-986F-0B056FBDA3ED}" presName="connectorText" presStyleLbl="sibTrans2D1" presStyleIdx="1" presStyleCnt="6"/>
      <dgm:spPr/>
    </dgm:pt>
    <dgm:pt modelId="{3FC49267-07F4-4005-B432-97F661689DE1}" type="pres">
      <dgm:prSet presAssocID="{EA08744D-C1C2-4970-9234-109486BDB846}" presName="node" presStyleLbl="node1" presStyleIdx="2" presStyleCnt="6" custRadScaleRad="151125" custRadScaleInc="391914">
        <dgm:presLayoutVars>
          <dgm:bulletEnabled val="1"/>
        </dgm:presLayoutVars>
      </dgm:prSet>
      <dgm:spPr/>
    </dgm:pt>
    <dgm:pt modelId="{9E6E54C1-608E-445A-A83B-820EB19C6E8D}" type="pres">
      <dgm:prSet presAssocID="{600339B8-5E55-4C5C-9E50-6F5D8F6FAC9F}" presName="sibTrans" presStyleLbl="sibTrans2D1" presStyleIdx="2" presStyleCnt="6" custAng="9170010" custFlipHor="1" custScaleX="292406" custScaleY="165005" custLinFactY="207700" custLinFactNeighborX="37160" custLinFactNeighborY="300000"/>
      <dgm:spPr/>
    </dgm:pt>
    <dgm:pt modelId="{2FDA028A-E05F-467A-8D7C-8F452E3794B1}" type="pres">
      <dgm:prSet presAssocID="{600339B8-5E55-4C5C-9E50-6F5D8F6FAC9F}" presName="connectorText" presStyleLbl="sibTrans2D1" presStyleIdx="2" presStyleCnt="6"/>
      <dgm:spPr/>
    </dgm:pt>
    <dgm:pt modelId="{89921FF9-440B-4D45-84C4-C706A042C173}" type="pres">
      <dgm:prSet presAssocID="{04073DEA-EB1E-472D-9D37-5F3951DCCD6E}" presName="node" presStyleLbl="node1" presStyleIdx="3" presStyleCnt="6" custRadScaleRad="57749" custRadScaleInc="-202082">
        <dgm:presLayoutVars>
          <dgm:bulletEnabled val="1"/>
        </dgm:presLayoutVars>
      </dgm:prSet>
      <dgm:spPr/>
    </dgm:pt>
    <dgm:pt modelId="{8419B93C-D122-4D7B-B806-321E1AC02FDF}" type="pres">
      <dgm:prSet presAssocID="{5DF4A50C-A0CD-447A-A6EA-995D8ECB0A3C}" presName="sibTrans" presStyleLbl="sibTrans2D1" presStyleIdx="3" presStyleCnt="6" custAng="17926750" custFlipVert="0" custScaleX="265480" custScaleY="155114" custLinFactX="155704" custLinFactY="-118332" custLinFactNeighborX="200000" custLinFactNeighborY="-200000"/>
      <dgm:spPr/>
    </dgm:pt>
    <dgm:pt modelId="{1E5DAFFE-AC43-4E46-8357-D5238EF0CD60}" type="pres">
      <dgm:prSet presAssocID="{5DF4A50C-A0CD-447A-A6EA-995D8ECB0A3C}" presName="connectorText" presStyleLbl="sibTrans2D1" presStyleIdx="3" presStyleCnt="6"/>
      <dgm:spPr/>
    </dgm:pt>
    <dgm:pt modelId="{64EA9A91-CD0E-4733-B853-4721CC5FDC4D}" type="pres">
      <dgm:prSet presAssocID="{8A7BF4C8-BC79-4EE1-B4AF-A58AA45700FA}" presName="node" presStyleLbl="node1" presStyleIdx="4" presStyleCnt="6" custRadScaleRad="99637" custRadScaleInc="64440">
        <dgm:presLayoutVars>
          <dgm:bulletEnabled val="1"/>
        </dgm:presLayoutVars>
      </dgm:prSet>
      <dgm:spPr/>
    </dgm:pt>
    <dgm:pt modelId="{BCE01792-6AC5-45E0-917D-5B925B1C5B62}" type="pres">
      <dgm:prSet presAssocID="{95FF28BC-09CB-451E-9035-3D22C8236C8E}" presName="sibTrans" presStyleLbl="sibTrans2D1" presStyleIdx="4" presStyleCnt="6" custScaleX="268488" custScaleY="162402" custLinFactNeighborX="28264" custLinFactNeighborY="-82129"/>
      <dgm:spPr/>
    </dgm:pt>
    <dgm:pt modelId="{529E3230-7245-4B64-8D47-86AD922EBC02}" type="pres">
      <dgm:prSet presAssocID="{95FF28BC-09CB-451E-9035-3D22C8236C8E}" presName="connectorText" presStyleLbl="sibTrans2D1" presStyleIdx="4" presStyleCnt="6"/>
      <dgm:spPr/>
    </dgm:pt>
    <dgm:pt modelId="{8E880021-2E06-429D-A7FF-CE766207B7DD}" type="pres">
      <dgm:prSet presAssocID="{2A2DD892-5E3E-4621-9AE4-40DDA1F23566}" presName="node" presStyleLbl="node1" presStyleIdx="5" presStyleCnt="6" custRadScaleRad="78917" custRadScaleInc="40703">
        <dgm:presLayoutVars>
          <dgm:bulletEnabled val="1"/>
        </dgm:presLayoutVars>
      </dgm:prSet>
      <dgm:spPr/>
    </dgm:pt>
    <dgm:pt modelId="{141FC637-B734-41E4-ACA2-0C500446C81A}" type="pres">
      <dgm:prSet presAssocID="{0769A8DE-7A42-4097-B872-FA00A11F2DA8}" presName="sibTrans" presStyleLbl="sibTrans2D1" presStyleIdx="5" presStyleCnt="6" custScaleX="193755" custScaleY="118177" custLinFactNeighborX="36807" custLinFactNeighborY="-45227"/>
      <dgm:spPr/>
    </dgm:pt>
    <dgm:pt modelId="{3FD707CC-B8C5-4FA9-8977-91557CC98BF0}" type="pres">
      <dgm:prSet presAssocID="{0769A8DE-7A42-4097-B872-FA00A11F2DA8}" presName="connectorText" presStyleLbl="sibTrans2D1" presStyleIdx="5" presStyleCnt="6"/>
      <dgm:spPr/>
    </dgm:pt>
  </dgm:ptLst>
  <dgm:cxnLst>
    <dgm:cxn modelId="{E6764203-2D1C-4E1B-A873-3C1B33BEC765}" type="presOf" srcId="{942D40F2-FB3B-4A26-986F-0B056FBDA3ED}" destId="{1E22B99F-8FDF-4F05-A233-B7B221D7F2B6}" srcOrd="1" destOrd="0" presId="urn:microsoft.com/office/officeart/2005/8/layout/cycle7"/>
    <dgm:cxn modelId="{6BE66807-67BD-4B9B-82A1-A4DBFD1FBD3E}" type="presOf" srcId="{2A2DD892-5E3E-4621-9AE4-40DDA1F23566}" destId="{8E880021-2E06-429D-A7FF-CE766207B7DD}" srcOrd="0" destOrd="0" presId="urn:microsoft.com/office/officeart/2005/8/layout/cycle7"/>
    <dgm:cxn modelId="{023B1612-4D11-4C56-A64C-59D878A6F942}" srcId="{BA35B8F4-40C6-43A3-8FDD-9ED3032BE136}" destId="{56B41CAB-D447-4410-B2E2-3FAA81D7D3D9}" srcOrd="1" destOrd="0" parTransId="{C298C56C-B830-40AB-B65E-A00DB5E04CF6}" sibTransId="{942D40F2-FB3B-4A26-986F-0B056FBDA3ED}"/>
    <dgm:cxn modelId="{55229124-E20A-4FA7-9E9D-8C10D05CAD5E}" srcId="{BA35B8F4-40C6-43A3-8FDD-9ED3032BE136}" destId="{2A2DD892-5E3E-4621-9AE4-40DDA1F23566}" srcOrd="5" destOrd="0" parTransId="{93EDE0BA-0811-4232-8B62-C941CCB379AA}" sibTransId="{0769A8DE-7A42-4097-B872-FA00A11F2DA8}"/>
    <dgm:cxn modelId="{6C051A2C-2877-4427-8DB8-A6D37A6D3082}" type="presOf" srcId="{5DF4A50C-A0CD-447A-A6EA-995D8ECB0A3C}" destId="{1E5DAFFE-AC43-4E46-8357-D5238EF0CD60}" srcOrd="1" destOrd="0" presId="urn:microsoft.com/office/officeart/2005/8/layout/cycle7"/>
    <dgm:cxn modelId="{13F70D66-7A1F-4E97-93DB-74B2BAFF2B06}" type="presOf" srcId="{EA08744D-C1C2-4970-9234-109486BDB846}" destId="{3FC49267-07F4-4005-B432-97F661689DE1}" srcOrd="0" destOrd="0" presId="urn:microsoft.com/office/officeart/2005/8/layout/cycle7"/>
    <dgm:cxn modelId="{349A1B69-1E0A-4997-B228-FCC5E9F705A5}" type="presOf" srcId="{600339B8-5E55-4C5C-9E50-6F5D8F6FAC9F}" destId="{9E6E54C1-608E-445A-A83B-820EB19C6E8D}" srcOrd="0" destOrd="0" presId="urn:microsoft.com/office/officeart/2005/8/layout/cycle7"/>
    <dgm:cxn modelId="{3D41C16B-E582-4155-B611-C4F6B1023A11}" type="presOf" srcId="{56B41CAB-D447-4410-B2E2-3FAA81D7D3D9}" destId="{F5F7DD1E-58C9-470D-A2A4-604023FFE161}" srcOrd="0" destOrd="0" presId="urn:microsoft.com/office/officeart/2005/8/layout/cycle7"/>
    <dgm:cxn modelId="{067F8F4D-8ECD-42ED-9EE3-D635D0D7922F}" type="presOf" srcId="{942D40F2-FB3B-4A26-986F-0B056FBDA3ED}" destId="{CB8F9F0D-BAE0-44E0-ADE2-5C706F542D20}" srcOrd="0" destOrd="0" presId="urn:microsoft.com/office/officeart/2005/8/layout/cycle7"/>
    <dgm:cxn modelId="{F6ABBB6F-6B2A-4DC0-9407-FE5914A8BFCC}" type="presOf" srcId="{600339B8-5E55-4C5C-9E50-6F5D8F6FAC9F}" destId="{2FDA028A-E05F-467A-8D7C-8F452E3794B1}" srcOrd="1" destOrd="0" presId="urn:microsoft.com/office/officeart/2005/8/layout/cycle7"/>
    <dgm:cxn modelId="{8BA9C651-440C-4C2B-A086-B5DE2A8E681C}" srcId="{BA35B8F4-40C6-43A3-8FDD-9ED3032BE136}" destId="{3076A310-BDBA-4CAF-9A64-D4C038330A81}" srcOrd="0" destOrd="0" parTransId="{DCD972D0-59D0-4083-8DFF-84F9A135216D}" sibTransId="{909A1009-B75D-4AA3-B958-E84633B48035}"/>
    <dgm:cxn modelId="{86952172-BAF6-48F8-8498-0B915B702CE5}" type="presOf" srcId="{95FF28BC-09CB-451E-9035-3D22C8236C8E}" destId="{529E3230-7245-4B64-8D47-86AD922EBC02}" srcOrd="1" destOrd="0" presId="urn:microsoft.com/office/officeart/2005/8/layout/cycle7"/>
    <dgm:cxn modelId="{3E558583-4B01-4A2C-8D59-527115E8C4C5}" type="presOf" srcId="{909A1009-B75D-4AA3-B958-E84633B48035}" destId="{5AA05D6C-5E8B-48FC-81C5-F81EE018327B}" srcOrd="1" destOrd="0" presId="urn:microsoft.com/office/officeart/2005/8/layout/cycle7"/>
    <dgm:cxn modelId="{2BEB198B-7472-4CD1-9091-FE2EEE7BF34A}" type="presOf" srcId="{95FF28BC-09CB-451E-9035-3D22C8236C8E}" destId="{BCE01792-6AC5-45E0-917D-5B925B1C5B62}" srcOrd="0" destOrd="0" presId="urn:microsoft.com/office/officeart/2005/8/layout/cycle7"/>
    <dgm:cxn modelId="{2CA4D890-FD62-4FA4-8681-F7667E583111}" type="presOf" srcId="{3076A310-BDBA-4CAF-9A64-D4C038330A81}" destId="{BC5AA945-E505-419F-88B3-866260B99653}" srcOrd="0" destOrd="0" presId="urn:microsoft.com/office/officeart/2005/8/layout/cycle7"/>
    <dgm:cxn modelId="{93FD349B-729C-467E-9CC8-E3EA4389531D}" srcId="{BA35B8F4-40C6-43A3-8FDD-9ED3032BE136}" destId="{04073DEA-EB1E-472D-9D37-5F3951DCCD6E}" srcOrd="3" destOrd="0" parTransId="{C6D62C8B-3F65-475F-AEAF-17F5A7C0E51E}" sibTransId="{5DF4A50C-A0CD-447A-A6EA-995D8ECB0A3C}"/>
    <dgm:cxn modelId="{460A7EA2-FEA0-4FA2-8294-17F65E8AD7C7}" type="presOf" srcId="{8A7BF4C8-BC79-4EE1-B4AF-A58AA45700FA}" destId="{64EA9A91-CD0E-4733-B853-4721CC5FDC4D}" srcOrd="0" destOrd="0" presId="urn:microsoft.com/office/officeart/2005/8/layout/cycle7"/>
    <dgm:cxn modelId="{0F148DA5-3DEA-4556-B2AD-337F0DC067FD}" type="presOf" srcId="{04073DEA-EB1E-472D-9D37-5F3951DCCD6E}" destId="{89921FF9-440B-4D45-84C4-C706A042C173}" srcOrd="0" destOrd="0" presId="urn:microsoft.com/office/officeart/2005/8/layout/cycle7"/>
    <dgm:cxn modelId="{8D6310B0-F55C-454A-B9FE-B77BC93A33A9}" type="presOf" srcId="{909A1009-B75D-4AA3-B958-E84633B48035}" destId="{FB9BAA6E-8885-4954-A672-BC28137DD999}" srcOrd="0" destOrd="0" presId="urn:microsoft.com/office/officeart/2005/8/layout/cycle7"/>
    <dgm:cxn modelId="{ECC84BB7-4004-4C97-B63F-D5AA9699D49E}" type="presOf" srcId="{0769A8DE-7A42-4097-B872-FA00A11F2DA8}" destId="{141FC637-B734-41E4-ACA2-0C500446C81A}" srcOrd="0" destOrd="0" presId="urn:microsoft.com/office/officeart/2005/8/layout/cycle7"/>
    <dgm:cxn modelId="{C931CFB8-7013-4026-A102-24FA3A34AEBA}" type="presOf" srcId="{0769A8DE-7A42-4097-B872-FA00A11F2DA8}" destId="{3FD707CC-B8C5-4FA9-8977-91557CC98BF0}" srcOrd="1" destOrd="0" presId="urn:microsoft.com/office/officeart/2005/8/layout/cycle7"/>
    <dgm:cxn modelId="{2C94BCD4-A61E-4965-85A9-767320C63F74}" srcId="{BA35B8F4-40C6-43A3-8FDD-9ED3032BE136}" destId="{8A7BF4C8-BC79-4EE1-B4AF-A58AA45700FA}" srcOrd="4" destOrd="0" parTransId="{F8BB222C-3FF2-4945-8AC7-54836E7BBBA2}" sibTransId="{95FF28BC-09CB-451E-9035-3D22C8236C8E}"/>
    <dgm:cxn modelId="{F5EE78D5-B6AE-45F5-AD63-0DE6BBAD8EBA}" type="presOf" srcId="{5DF4A50C-A0CD-447A-A6EA-995D8ECB0A3C}" destId="{8419B93C-D122-4D7B-B806-321E1AC02FDF}" srcOrd="0" destOrd="0" presId="urn:microsoft.com/office/officeart/2005/8/layout/cycle7"/>
    <dgm:cxn modelId="{CAD164DE-D890-480E-948B-82A0999AB6DA}" srcId="{BA35B8F4-40C6-43A3-8FDD-9ED3032BE136}" destId="{EA08744D-C1C2-4970-9234-109486BDB846}" srcOrd="2" destOrd="0" parTransId="{420EF515-4BFF-43F3-A406-BEEB406A618D}" sibTransId="{600339B8-5E55-4C5C-9E50-6F5D8F6FAC9F}"/>
    <dgm:cxn modelId="{246E6BDF-3AE7-44EA-9B9A-A4549B37A15C}" type="presOf" srcId="{BA35B8F4-40C6-43A3-8FDD-9ED3032BE136}" destId="{A7D402A4-E987-4523-B82D-E29C35A49CE2}" srcOrd="0" destOrd="0" presId="urn:microsoft.com/office/officeart/2005/8/layout/cycle7"/>
    <dgm:cxn modelId="{80FBB174-17EF-48A7-9DC2-C2B6EE4D2706}" type="presParOf" srcId="{A7D402A4-E987-4523-B82D-E29C35A49CE2}" destId="{BC5AA945-E505-419F-88B3-866260B99653}" srcOrd="0" destOrd="0" presId="urn:microsoft.com/office/officeart/2005/8/layout/cycle7"/>
    <dgm:cxn modelId="{8799B1A8-0372-44E6-BB8B-EDD0891075B4}" type="presParOf" srcId="{A7D402A4-E987-4523-B82D-E29C35A49CE2}" destId="{FB9BAA6E-8885-4954-A672-BC28137DD999}" srcOrd="1" destOrd="0" presId="urn:microsoft.com/office/officeart/2005/8/layout/cycle7"/>
    <dgm:cxn modelId="{ED33AB5D-6189-4B3C-AE4E-1B7FC4C57B95}" type="presParOf" srcId="{FB9BAA6E-8885-4954-A672-BC28137DD999}" destId="{5AA05D6C-5E8B-48FC-81C5-F81EE018327B}" srcOrd="0" destOrd="0" presId="urn:microsoft.com/office/officeart/2005/8/layout/cycle7"/>
    <dgm:cxn modelId="{F931ABC0-E9FA-4F72-9DDB-E3258177B44A}" type="presParOf" srcId="{A7D402A4-E987-4523-B82D-E29C35A49CE2}" destId="{F5F7DD1E-58C9-470D-A2A4-604023FFE161}" srcOrd="2" destOrd="0" presId="urn:microsoft.com/office/officeart/2005/8/layout/cycle7"/>
    <dgm:cxn modelId="{F3BA7994-179F-4023-9600-D0B99CC01C43}" type="presParOf" srcId="{A7D402A4-E987-4523-B82D-E29C35A49CE2}" destId="{CB8F9F0D-BAE0-44E0-ADE2-5C706F542D20}" srcOrd="3" destOrd="0" presId="urn:microsoft.com/office/officeart/2005/8/layout/cycle7"/>
    <dgm:cxn modelId="{11AA463E-2C9E-44C5-B01B-A7E7D62EBF61}" type="presParOf" srcId="{CB8F9F0D-BAE0-44E0-ADE2-5C706F542D20}" destId="{1E22B99F-8FDF-4F05-A233-B7B221D7F2B6}" srcOrd="0" destOrd="0" presId="urn:microsoft.com/office/officeart/2005/8/layout/cycle7"/>
    <dgm:cxn modelId="{A5DBB274-9FEC-4BE8-A2C3-B540D8AAD145}" type="presParOf" srcId="{A7D402A4-E987-4523-B82D-E29C35A49CE2}" destId="{3FC49267-07F4-4005-B432-97F661689DE1}" srcOrd="4" destOrd="0" presId="urn:microsoft.com/office/officeart/2005/8/layout/cycle7"/>
    <dgm:cxn modelId="{C343E539-9962-49E9-8B3C-9ADEC9678F6F}" type="presParOf" srcId="{A7D402A4-E987-4523-B82D-E29C35A49CE2}" destId="{9E6E54C1-608E-445A-A83B-820EB19C6E8D}" srcOrd="5" destOrd="0" presId="urn:microsoft.com/office/officeart/2005/8/layout/cycle7"/>
    <dgm:cxn modelId="{611C4837-0778-4449-9700-CC5D1202B7E3}" type="presParOf" srcId="{9E6E54C1-608E-445A-A83B-820EB19C6E8D}" destId="{2FDA028A-E05F-467A-8D7C-8F452E3794B1}" srcOrd="0" destOrd="0" presId="urn:microsoft.com/office/officeart/2005/8/layout/cycle7"/>
    <dgm:cxn modelId="{D0C4A633-75E1-4584-8FE3-8A570860F20E}" type="presParOf" srcId="{A7D402A4-E987-4523-B82D-E29C35A49CE2}" destId="{89921FF9-440B-4D45-84C4-C706A042C173}" srcOrd="6" destOrd="0" presId="urn:microsoft.com/office/officeart/2005/8/layout/cycle7"/>
    <dgm:cxn modelId="{A47A9963-D55D-480E-B656-2985120F6FD4}" type="presParOf" srcId="{A7D402A4-E987-4523-B82D-E29C35A49CE2}" destId="{8419B93C-D122-4D7B-B806-321E1AC02FDF}" srcOrd="7" destOrd="0" presId="urn:microsoft.com/office/officeart/2005/8/layout/cycle7"/>
    <dgm:cxn modelId="{C01AED85-FC37-4B7F-8367-27157B343071}" type="presParOf" srcId="{8419B93C-D122-4D7B-B806-321E1AC02FDF}" destId="{1E5DAFFE-AC43-4E46-8357-D5238EF0CD60}" srcOrd="0" destOrd="0" presId="urn:microsoft.com/office/officeart/2005/8/layout/cycle7"/>
    <dgm:cxn modelId="{3825D00F-5E54-474B-A921-8BEBD0349D00}" type="presParOf" srcId="{A7D402A4-E987-4523-B82D-E29C35A49CE2}" destId="{64EA9A91-CD0E-4733-B853-4721CC5FDC4D}" srcOrd="8" destOrd="0" presId="urn:microsoft.com/office/officeart/2005/8/layout/cycle7"/>
    <dgm:cxn modelId="{FCB46203-5EA7-4D57-B821-0E1528E40555}" type="presParOf" srcId="{A7D402A4-E987-4523-B82D-E29C35A49CE2}" destId="{BCE01792-6AC5-45E0-917D-5B925B1C5B62}" srcOrd="9" destOrd="0" presId="urn:microsoft.com/office/officeart/2005/8/layout/cycle7"/>
    <dgm:cxn modelId="{C1D1CDC7-2EF2-479B-9958-5728C963AC34}" type="presParOf" srcId="{BCE01792-6AC5-45E0-917D-5B925B1C5B62}" destId="{529E3230-7245-4B64-8D47-86AD922EBC02}" srcOrd="0" destOrd="0" presId="urn:microsoft.com/office/officeart/2005/8/layout/cycle7"/>
    <dgm:cxn modelId="{52A281E4-56E2-417D-9964-7FBE30B547DE}" type="presParOf" srcId="{A7D402A4-E987-4523-B82D-E29C35A49CE2}" destId="{8E880021-2E06-429D-A7FF-CE766207B7DD}" srcOrd="10" destOrd="0" presId="urn:microsoft.com/office/officeart/2005/8/layout/cycle7"/>
    <dgm:cxn modelId="{367A6D8A-C4A5-4FB0-86EC-7C08462E9CB0}" type="presParOf" srcId="{A7D402A4-E987-4523-B82D-E29C35A49CE2}" destId="{141FC637-B734-41E4-ACA2-0C500446C81A}" srcOrd="11" destOrd="0" presId="urn:microsoft.com/office/officeart/2005/8/layout/cycle7"/>
    <dgm:cxn modelId="{652F9A6E-D10C-42AB-8AD7-B61A329DB48E}" type="presParOf" srcId="{141FC637-B734-41E4-ACA2-0C500446C81A}" destId="{3FD707CC-B8C5-4FA9-8977-91557CC98BF0}"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35B8F4-40C6-43A3-8FDD-9ED3032BE136}"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IN"/>
        </a:p>
      </dgm:t>
    </dgm:pt>
    <dgm:pt modelId="{3076A310-BDBA-4CAF-9A64-D4C038330A81}">
      <dgm:prSet phldrT="[Text]"/>
      <dgm:spPr/>
      <dgm:t>
        <a:bodyPr/>
        <a:lstStyle/>
        <a:p>
          <a:r>
            <a:rPr lang="en-US" dirty="0"/>
            <a:t>A</a:t>
          </a:r>
          <a:endParaRPr lang="en-IN" dirty="0"/>
        </a:p>
      </dgm:t>
    </dgm:pt>
    <dgm:pt modelId="{DCD972D0-59D0-4083-8DFF-84F9A135216D}" type="parTrans" cxnId="{8BA9C651-440C-4C2B-A086-B5DE2A8E681C}">
      <dgm:prSet/>
      <dgm:spPr/>
      <dgm:t>
        <a:bodyPr/>
        <a:lstStyle/>
        <a:p>
          <a:endParaRPr lang="en-IN"/>
        </a:p>
      </dgm:t>
    </dgm:pt>
    <dgm:pt modelId="{909A1009-B75D-4AA3-B958-E84633B48035}" type="sibTrans" cxnId="{8BA9C651-440C-4C2B-A086-B5DE2A8E681C}">
      <dgm:prSet/>
      <dgm:spPr/>
      <dgm:t>
        <a:bodyPr/>
        <a:lstStyle/>
        <a:p>
          <a:endParaRPr lang="en-IN"/>
        </a:p>
      </dgm:t>
    </dgm:pt>
    <dgm:pt modelId="{EA08744D-C1C2-4970-9234-109486BDB846}">
      <dgm:prSet phldrT="[Text]"/>
      <dgm:spPr/>
      <dgm:t>
        <a:bodyPr/>
        <a:lstStyle/>
        <a:p>
          <a:r>
            <a:rPr lang="en-US" dirty="0"/>
            <a:t>G</a:t>
          </a:r>
          <a:endParaRPr lang="en-IN" dirty="0"/>
        </a:p>
      </dgm:t>
    </dgm:pt>
    <dgm:pt modelId="{420EF515-4BFF-43F3-A406-BEEB406A618D}" type="parTrans" cxnId="{CAD164DE-D890-480E-948B-82A0999AB6DA}">
      <dgm:prSet/>
      <dgm:spPr/>
      <dgm:t>
        <a:bodyPr/>
        <a:lstStyle/>
        <a:p>
          <a:endParaRPr lang="en-IN"/>
        </a:p>
      </dgm:t>
    </dgm:pt>
    <dgm:pt modelId="{600339B8-5E55-4C5C-9E50-6F5D8F6FAC9F}" type="sibTrans" cxnId="{CAD164DE-D890-480E-948B-82A0999AB6DA}">
      <dgm:prSet/>
      <dgm:spPr/>
      <dgm:t>
        <a:bodyPr/>
        <a:lstStyle/>
        <a:p>
          <a:endParaRPr lang="en-IN"/>
        </a:p>
      </dgm:t>
    </dgm:pt>
    <dgm:pt modelId="{2A2DD892-5E3E-4621-9AE4-40DDA1F23566}">
      <dgm:prSet/>
      <dgm:spPr/>
      <dgm:t>
        <a:bodyPr/>
        <a:lstStyle/>
        <a:p>
          <a:r>
            <a:rPr lang="en-US" dirty="0"/>
            <a:t>B</a:t>
          </a:r>
          <a:endParaRPr lang="en-IN" dirty="0"/>
        </a:p>
      </dgm:t>
    </dgm:pt>
    <dgm:pt modelId="{93EDE0BA-0811-4232-8B62-C941CCB379AA}" type="parTrans" cxnId="{55229124-E20A-4FA7-9E9D-8C10D05CAD5E}">
      <dgm:prSet/>
      <dgm:spPr/>
      <dgm:t>
        <a:bodyPr/>
        <a:lstStyle/>
        <a:p>
          <a:endParaRPr lang="en-IN"/>
        </a:p>
      </dgm:t>
    </dgm:pt>
    <dgm:pt modelId="{0769A8DE-7A42-4097-B872-FA00A11F2DA8}" type="sibTrans" cxnId="{55229124-E20A-4FA7-9E9D-8C10D05CAD5E}">
      <dgm:prSet/>
      <dgm:spPr/>
      <dgm:t>
        <a:bodyPr/>
        <a:lstStyle/>
        <a:p>
          <a:endParaRPr lang="en-IN"/>
        </a:p>
      </dgm:t>
    </dgm:pt>
    <dgm:pt modelId="{8A7BF4C8-BC79-4EE1-B4AF-A58AA45700FA}">
      <dgm:prSet/>
      <dgm:spPr/>
      <dgm:t>
        <a:bodyPr/>
        <a:lstStyle/>
        <a:p>
          <a:r>
            <a:rPr lang="en-US" dirty="0"/>
            <a:t>D</a:t>
          </a:r>
          <a:endParaRPr lang="en-IN" dirty="0"/>
        </a:p>
      </dgm:t>
    </dgm:pt>
    <dgm:pt modelId="{F8BB222C-3FF2-4945-8AC7-54836E7BBBA2}" type="parTrans" cxnId="{2C94BCD4-A61E-4965-85A9-767320C63F74}">
      <dgm:prSet/>
      <dgm:spPr/>
      <dgm:t>
        <a:bodyPr/>
        <a:lstStyle/>
        <a:p>
          <a:endParaRPr lang="en-IN"/>
        </a:p>
      </dgm:t>
    </dgm:pt>
    <dgm:pt modelId="{95FF28BC-09CB-451E-9035-3D22C8236C8E}" type="sibTrans" cxnId="{2C94BCD4-A61E-4965-85A9-767320C63F74}">
      <dgm:prSet/>
      <dgm:spPr/>
      <dgm:t>
        <a:bodyPr/>
        <a:lstStyle/>
        <a:p>
          <a:endParaRPr lang="en-IN"/>
        </a:p>
      </dgm:t>
    </dgm:pt>
    <dgm:pt modelId="{04073DEA-EB1E-472D-9D37-5F3951DCCD6E}">
      <dgm:prSet/>
      <dgm:spPr/>
      <dgm:t>
        <a:bodyPr/>
        <a:lstStyle/>
        <a:p>
          <a:r>
            <a:rPr lang="en-US" dirty="0"/>
            <a:t>E</a:t>
          </a:r>
          <a:endParaRPr lang="en-IN" dirty="0"/>
        </a:p>
      </dgm:t>
    </dgm:pt>
    <dgm:pt modelId="{C6D62C8B-3F65-475F-AEAF-17F5A7C0E51E}" type="parTrans" cxnId="{93FD349B-729C-467E-9CC8-E3EA4389531D}">
      <dgm:prSet/>
      <dgm:spPr/>
      <dgm:t>
        <a:bodyPr/>
        <a:lstStyle/>
        <a:p>
          <a:endParaRPr lang="en-IN"/>
        </a:p>
      </dgm:t>
    </dgm:pt>
    <dgm:pt modelId="{5DF4A50C-A0CD-447A-A6EA-995D8ECB0A3C}" type="sibTrans" cxnId="{93FD349B-729C-467E-9CC8-E3EA4389531D}">
      <dgm:prSet/>
      <dgm:spPr/>
      <dgm:t>
        <a:bodyPr/>
        <a:lstStyle/>
        <a:p>
          <a:endParaRPr lang="en-IN"/>
        </a:p>
      </dgm:t>
    </dgm:pt>
    <dgm:pt modelId="{56B41CAB-D447-4410-B2E2-3FAA81D7D3D9}">
      <dgm:prSet/>
      <dgm:spPr/>
      <dgm:t>
        <a:bodyPr/>
        <a:lstStyle/>
        <a:p>
          <a:r>
            <a:rPr lang="en-US" dirty="0"/>
            <a:t>C</a:t>
          </a:r>
          <a:endParaRPr lang="en-IN" dirty="0"/>
        </a:p>
      </dgm:t>
    </dgm:pt>
    <dgm:pt modelId="{C298C56C-B830-40AB-B65E-A00DB5E04CF6}" type="parTrans" cxnId="{023B1612-4D11-4C56-A64C-59D878A6F942}">
      <dgm:prSet/>
      <dgm:spPr/>
      <dgm:t>
        <a:bodyPr/>
        <a:lstStyle/>
        <a:p>
          <a:endParaRPr lang="en-IN"/>
        </a:p>
      </dgm:t>
    </dgm:pt>
    <dgm:pt modelId="{942D40F2-FB3B-4A26-986F-0B056FBDA3ED}" type="sibTrans" cxnId="{023B1612-4D11-4C56-A64C-59D878A6F942}">
      <dgm:prSet/>
      <dgm:spPr/>
      <dgm:t>
        <a:bodyPr/>
        <a:lstStyle/>
        <a:p>
          <a:endParaRPr lang="en-IN"/>
        </a:p>
      </dgm:t>
    </dgm:pt>
    <dgm:pt modelId="{A7D402A4-E987-4523-B82D-E29C35A49CE2}" type="pres">
      <dgm:prSet presAssocID="{BA35B8F4-40C6-43A3-8FDD-9ED3032BE136}" presName="Name0" presStyleCnt="0">
        <dgm:presLayoutVars>
          <dgm:dir/>
          <dgm:resizeHandles val="exact"/>
        </dgm:presLayoutVars>
      </dgm:prSet>
      <dgm:spPr/>
    </dgm:pt>
    <dgm:pt modelId="{BC5AA945-E505-419F-88B3-866260B99653}" type="pres">
      <dgm:prSet presAssocID="{3076A310-BDBA-4CAF-9A64-D4C038330A81}" presName="node" presStyleLbl="node1" presStyleIdx="0" presStyleCnt="6">
        <dgm:presLayoutVars>
          <dgm:bulletEnabled val="1"/>
        </dgm:presLayoutVars>
      </dgm:prSet>
      <dgm:spPr/>
    </dgm:pt>
    <dgm:pt modelId="{FB9BAA6E-8885-4954-A672-BC28137DD999}" type="pres">
      <dgm:prSet presAssocID="{909A1009-B75D-4AA3-B958-E84633B48035}" presName="sibTrans" presStyleLbl="sibTrans2D1" presStyleIdx="0" presStyleCnt="6" custScaleX="206381" custScaleY="119193"/>
      <dgm:spPr/>
    </dgm:pt>
    <dgm:pt modelId="{5AA05D6C-5E8B-48FC-81C5-F81EE018327B}" type="pres">
      <dgm:prSet presAssocID="{909A1009-B75D-4AA3-B958-E84633B48035}" presName="connectorText" presStyleLbl="sibTrans2D1" presStyleIdx="0" presStyleCnt="6"/>
      <dgm:spPr/>
    </dgm:pt>
    <dgm:pt modelId="{F5F7DD1E-58C9-470D-A2A4-604023FFE161}" type="pres">
      <dgm:prSet presAssocID="{56B41CAB-D447-4410-B2E2-3FAA81D7D3D9}" presName="node" presStyleLbl="node1" presStyleIdx="1" presStyleCnt="6" custRadScaleRad="84841" custRadScaleInc="-23528">
        <dgm:presLayoutVars>
          <dgm:bulletEnabled val="1"/>
        </dgm:presLayoutVars>
      </dgm:prSet>
      <dgm:spPr/>
    </dgm:pt>
    <dgm:pt modelId="{CB8F9F0D-BAE0-44E0-ADE2-5C706F542D20}" type="pres">
      <dgm:prSet presAssocID="{942D40F2-FB3B-4A26-986F-0B056FBDA3ED}" presName="sibTrans" presStyleLbl="sibTrans2D1" presStyleIdx="1" presStyleCnt="6" custAng="4411641" custFlipVert="1" custScaleX="288336" custScaleY="96693" custLinFactX="-200000" custLinFactY="190865" custLinFactNeighborX="-274056" custLinFactNeighborY="200000"/>
      <dgm:spPr/>
    </dgm:pt>
    <dgm:pt modelId="{1E22B99F-8FDF-4F05-A233-B7B221D7F2B6}" type="pres">
      <dgm:prSet presAssocID="{942D40F2-FB3B-4A26-986F-0B056FBDA3ED}" presName="connectorText" presStyleLbl="sibTrans2D1" presStyleIdx="1" presStyleCnt="6"/>
      <dgm:spPr/>
    </dgm:pt>
    <dgm:pt modelId="{3FC49267-07F4-4005-B432-97F661689DE1}" type="pres">
      <dgm:prSet presAssocID="{EA08744D-C1C2-4970-9234-109486BDB846}" presName="node" presStyleLbl="node1" presStyleIdx="2" presStyleCnt="6" custRadScaleRad="151125" custRadScaleInc="391914">
        <dgm:presLayoutVars>
          <dgm:bulletEnabled val="1"/>
        </dgm:presLayoutVars>
      </dgm:prSet>
      <dgm:spPr/>
    </dgm:pt>
    <dgm:pt modelId="{9E6E54C1-608E-445A-A83B-820EB19C6E8D}" type="pres">
      <dgm:prSet presAssocID="{600339B8-5E55-4C5C-9E50-6F5D8F6FAC9F}" presName="sibTrans" presStyleLbl="sibTrans2D1" presStyleIdx="2" presStyleCnt="6" custAng="9170010" custFlipHor="1" custScaleX="203303" custScaleY="141414" custLinFactY="207700" custLinFactNeighborX="37160" custLinFactNeighborY="300000"/>
      <dgm:spPr/>
    </dgm:pt>
    <dgm:pt modelId="{2FDA028A-E05F-467A-8D7C-8F452E3794B1}" type="pres">
      <dgm:prSet presAssocID="{600339B8-5E55-4C5C-9E50-6F5D8F6FAC9F}" presName="connectorText" presStyleLbl="sibTrans2D1" presStyleIdx="2" presStyleCnt="6"/>
      <dgm:spPr/>
    </dgm:pt>
    <dgm:pt modelId="{89921FF9-440B-4D45-84C4-C706A042C173}" type="pres">
      <dgm:prSet presAssocID="{04073DEA-EB1E-472D-9D37-5F3951DCCD6E}" presName="node" presStyleLbl="node1" presStyleIdx="3" presStyleCnt="6" custRadScaleRad="57749" custRadScaleInc="-202082">
        <dgm:presLayoutVars>
          <dgm:bulletEnabled val="1"/>
        </dgm:presLayoutVars>
      </dgm:prSet>
      <dgm:spPr/>
    </dgm:pt>
    <dgm:pt modelId="{8419B93C-D122-4D7B-B806-321E1AC02FDF}" type="pres">
      <dgm:prSet presAssocID="{5DF4A50C-A0CD-447A-A6EA-995D8ECB0A3C}" presName="sibTrans" presStyleLbl="sibTrans2D1" presStyleIdx="3" presStyleCnt="6" custAng="18762557" custFlipVert="0" custScaleX="265480" custScaleY="155114" custLinFactX="124361" custLinFactY="-100000" custLinFactNeighborX="200000" custLinFactNeighborY="-195358"/>
      <dgm:spPr/>
    </dgm:pt>
    <dgm:pt modelId="{1E5DAFFE-AC43-4E46-8357-D5238EF0CD60}" type="pres">
      <dgm:prSet presAssocID="{5DF4A50C-A0CD-447A-A6EA-995D8ECB0A3C}" presName="connectorText" presStyleLbl="sibTrans2D1" presStyleIdx="3" presStyleCnt="6"/>
      <dgm:spPr/>
    </dgm:pt>
    <dgm:pt modelId="{64EA9A91-CD0E-4733-B853-4721CC5FDC4D}" type="pres">
      <dgm:prSet presAssocID="{8A7BF4C8-BC79-4EE1-B4AF-A58AA45700FA}" presName="node" presStyleLbl="node1" presStyleIdx="4" presStyleCnt="6" custRadScaleRad="99637" custRadScaleInc="64440">
        <dgm:presLayoutVars>
          <dgm:bulletEnabled val="1"/>
        </dgm:presLayoutVars>
      </dgm:prSet>
      <dgm:spPr/>
    </dgm:pt>
    <dgm:pt modelId="{BCE01792-6AC5-45E0-917D-5B925B1C5B62}" type="pres">
      <dgm:prSet presAssocID="{95FF28BC-09CB-451E-9035-3D22C8236C8E}" presName="sibTrans" presStyleLbl="sibTrans2D1" presStyleIdx="4" presStyleCnt="6" custScaleX="268488" custScaleY="162402"/>
      <dgm:spPr/>
    </dgm:pt>
    <dgm:pt modelId="{529E3230-7245-4B64-8D47-86AD922EBC02}" type="pres">
      <dgm:prSet presAssocID="{95FF28BC-09CB-451E-9035-3D22C8236C8E}" presName="connectorText" presStyleLbl="sibTrans2D1" presStyleIdx="4" presStyleCnt="6"/>
      <dgm:spPr/>
    </dgm:pt>
    <dgm:pt modelId="{8E880021-2E06-429D-A7FF-CE766207B7DD}" type="pres">
      <dgm:prSet presAssocID="{2A2DD892-5E3E-4621-9AE4-40DDA1F23566}" presName="node" presStyleLbl="node1" presStyleIdx="5" presStyleCnt="6" custRadScaleRad="78917" custRadScaleInc="40703">
        <dgm:presLayoutVars>
          <dgm:bulletEnabled val="1"/>
        </dgm:presLayoutVars>
      </dgm:prSet>
      <dgm:spPr/>
    </dgm:pt>
    <dgm:pt modelId="{141FC637-B734-41E4-ACA2-0C500446C81A}" type="pres">
      <dgm:prSet presAssocID="{0769A8DE-7A42-4097-B872-FA00A11F2DA8}" presName="sibTrans" presStyleLbl="sibTrans2D1" presStyleIdx="5" presStyleCnt="6" custScaleX="193755" custScaleY="118177"/>
      <dgm:spPr/>
    </dgm:pt>
    <dgm:pt modelId="{3FD707CC-B8C5-4FA9-8977-91557CC98BF0}" type="pres">
      <dgm:prSet presAssocID="{0769A8DE-7A42-4097-B872-FA00A11F2DA8}" presName="connectorText" presStyleLbl="sibTrans2D1" presStyleIdx="5" presStyleCnt="6"/>
      <dgm:spPr/>
    </dgm:pt>
  </dgm:ptLst>
  <dgm:cxnLst>
    <dgm:cxn modelId="{DF97E802-6BAB-48F5-87A3-71F7BD48294C}" type="presOf" srcId="{942D40F2-FB3B-4A26-986F-0B056FBDA3ED}" destId="{1E22B99F-8FDF-4F05-A233-B7B221D7F2B6}" srcOrd="1" destOrd="0" presId="urn:microsoft.com/office/officeart/2005/8/layout/cycle7"/>
    <dgm:cxn modelId="{FD22F708-8ACC-4F74-8985-2CAAFE76B07F}" type="presOf" srcId="{909A1009-B75D-4AA3-B958-E84633B48035}" destId="{FB9BAA6E-8885-4954-A672-BC28137DD999}" srcOrd="0" destOrd="0" presId="urn:microsoft.com/office/officeart/2005/8/layout/cycle7"/>
    <dgm:cxn modelId="{023B1612-4D11-4C56-A64C-59D878A6F942}" srcId="{BA35B8F4-40C6-43A3-8FDD-9ED3032BE136}" destId="{56B41CAB-D447-4410-B2E2-3FAA81D7D3D9}" srcOrd="1" destOrd="0" parTransId="{C298C56C-B830-40AB-B65E-A00DB5E04CF6}" sibTransId="{942D40F2-FB3B-4A26-986F-0B056FBDA3ED}"/>
    <dgm:cxn modelId="{58886D18-805D-4750-AD7D-58D81B822D62}" type="presOf" srcId="{EA08744D-C1C2-4970-9234-109486BDB846}" destId="{3FC49267-07F4-4005-B432-97F661689DE1}" srcOrd="0" destOrd="0" presId="urn:microsoft.com/office/officeart/2005/8/layout/cycle7"/>
    <dgm:cxn modelId="{02D58724-228B-4AB3-A0CA-E154E990DBE7}" type="presOf" srcId="{600339B8-5E55-4C5C-9E50-6F5D8F6FAC9F}" destId="{2FDA028A-E05F-467A-8D7C-8F452E3794B1}" srcOrd="1" destOrd="0" presId="urn:microsoft.com/office/officeart/2005/8/layout/cycle7"/>
    <dgm:cxn modelId="{55229124-E20A-4FA7-9E9D-8C10D05CAD5E}" srcId="{BA35B8F4-40C6-43A3-8FDD-9ED3032BE136}" destId="{2A2DD892-5E3E-4621-9AE4-40DDA1F23566}" srcOrd="5" destOrd="0" parTransId="{93EDE0BA-0811-4232-8B62-C941CCB379AA}" sibTransId="{0769A8DE-7A42-4097-B872-FA00A11F2DA8}"/>
    <dgm:cxn modelId="{9F56E529-F945-4A51-BCA9-5A603D408791}" type="presOf" srcId="{942D40F2-FB3B-4A26-986F-0B056FBDA3ED}" destId="{CB8F9F0D-BAE0-44E0-ADE2-5C706F542D20}" srcOrd="0" destOrd="0" presId="urn:microsoft.com/office/officeart/2005/8/layout/cycle7"/>
    <dgm:cxn modelId="{AF32182C-61C7-492A-B901-1D16AD5A1FD2}" type="presOf" srcId="{0769A8DE-7A42-4097-B872-FA00A11F2DA8}" destId="{3FD707CC-B8C5-4FA9-8977-91557CC98BF0}" srcOrd="1" destOrd="0" presId="urn:microsoft.com/office/officeart/2005/8/layout/cycle7"/>
    <dgm:cxn modelId="{6C900E2D-EA45-42A9-B64C-F8B54E90D345}" type="presOf" srcId="{04073DEA-EB1E-472D-9D37-5F3951DCCD6E}" destId="{89921FF9-440B-4D45-84C4-C706A042C173}" srcOrd="0" destOrd="0" presId="urn:microsoft.com/office/officeart/2005/8/layout/cycle7"/>
    <dgm:cxn modelId="{97419334-F8E1-43AC-A8D4-719648CD5C42}" type="presOf" srcId="{BA35B8F4-40C6-43A3-8FDD-9ED3032BE136}" destId="{A7D402A4-E987-4523-B82D-E29C35A49CE2}" srcOrd="0" destOrd="0" presId="urn:microsoft.com/office/officeart/2005/8/layout/cycle7"/>
    <dgm:cxn modelId="{4688CB38-9C4A-4F01-A087-8A3CA9BC3C18}" type="presOf" srcId="{0769A8DE-7A42-4097-B872-FA00A11F2DA8}" destId="{141FC637-B734-41E4-ACA2-0C500446C81A}" srcOrd="0" destOrd="0" presId="urn:microsoft.com/office/officeart/2005/8/layout/cycle7"/>
    <dgm:cxn modelId="{4BC0275F-765E-4735-A65B-7CD782BD3547}" type="presOf" srcId="{2A2DD892-5E3E-4621-9AE4-40DDA1F23566}" destId="{8E880021-2E06-429D-A7FF-CE766207B7DD}" srcOrd="0" destOrd="0" presId="urn:microsoft.com/office/officeart/2005/8/layout/cycle7"/>
    <dgm:cxn modelId="{93561D62-1FF0-4FA8-A68E-34204A39988B}" type="presOf" srcId="{600339B8-5E55-4C5C-9E50-6F5D8F6FAC9F}" destId="{9E6E54C1-608E-445A-A83B-820EB19C6E8D}" srcOrd="0" destOrd="0" presId="urn:microsoft.com/office/officeart/2005/8/layout/cycle7"/>
    <dgm:cxn modelId="{C030A64A-A5AE-4C3B-A089-DA79C695F5AB}" type="presOf" srcId="{3076A310-BDBA-4CAF-9A64-D4C038330A81}" destId="{BC5AA945-E505-419F-88B3-866260B99653}" srcOrd="0" destOrd="0" presId="urn:microsoft.com/office/officeart/2005/8/layout/cycle7"/>
    <dgm:cxn modelId="{3AB5FA50-B783-430D-B13D-74213776CDF6}" type="presOf" srcId="{5DF4A50C-A0CD-447A-A6EA-995D8ECB0A3C}" destId="{1E5DAFFE-AC43-4E46-8357-D5238EF0CD60}" srcOrd="1" destOrd="0" presId="urn:microsoft.com/office/officeart/2005/8/layout/cycle7"/>
    <dgm:cxn modelId="{8BA9C651-440C-4C2B-A086-B5DE2A8E681C}" srcId="{BA35B8F4-40C6-43A3-8FDD-9ED3032BE136}" destId="{3076A310-BDBA-4CAF-9A64-D4C038330A81}" srcOrd="0" destOrd="0" parTransId="{DCD972D0-59D0-4083-8DFF-84F9A135216D}" sibTransId="{909A1009-B75D-4AA3-B958-E84633B48035}"/>
    <dgm:cxn modelId="{6A116C85-FC98-42DA-93F0-1130473EB570}" type="presOf" srcId="{909A1009-B75D-4AA3-B958-E84633B48035}" destId="{5AA05D6C-5E8B-48FC-81C5-F81EE018327B}" srcOrd="1" destOrd="0" presId="urn:microsoft.com/office/officeart/2005/8/layout/cycle7"/>
    <dgm:cxn modelId="{93FD349B-729C-467E-9CC8-E3EA4389531D}" srcId="{BA35B8F4-40C6-43A3-8FDD-9ED3032BE136}" destId="{04073DEA-EB1E-472D-9D37-5F3951DCCD6E}" srcOrd="3" destOrd="0" parTransId="{C6D62C8B-3F65-475F-AEAF-17F5A7C0E51E}" sibTransId="{5DF4A50C-A0CD-447A-A6EA-995D8ECB0A3C}"/>
    <dgm:cxn modelId="{9328ECC5-6C55-44A3-8490-A299C9310471}" type="presOf" srcId="{8A7BF4C8-BC79-4EE1-B4AF-A58AA45700FA}" destId="{64EA9A91-CD0E-4733-B853-4721CC5FDC4D}" srcOrd="0" destOrd="0" presId="urn:microsoft.com/office/officeart/2005/8/layout/cycle7"/>
    <dgm:cxn modelId="{2C94BCD4-A61E-4965-85A9-767320C63F74}" srcId="{BA35B8F4-40C6-43A3-8FDD-9ED3032BE136}" destId="{8A7BF4C8-BC79-4EE1-B4AF-A58AA45700FA}" srcOrd="4" destOrd="0" parTransId="{F8BB222C-3FF2-4945-8AC7-54836E7BBBA2}" sibTransId="{95FF28BC-09CB-451E-9035-3D22C8236C8E}"/>
    <dgm:cxn modelId="{DD74DBD9-9B4D-44C4-BFB4-7AC642243A30}" type="presOf" srcId="{95FF28BC-09CB-451E-9035-3D22C8236C8E}" destId="{529E3230-7245-4B64-8D47-86AD922EBC02}" srcOrd="1" destOrd="0" presId="urn:microsoft.com/office/officeart/2005/8/layout/cycle7"/>
    <dgm:cxn modelId="{97F470DD-8C26-48E8-84BF-5B4138E2075B}" type="presOf" srcId="{56B41CAB-D447-4410-B2E2-3FAA81D7D3D9}" destId="{F5F7DD1E-58C9-470D-A2A4-604023FFE161}" srcOrd="0" destOrd="0" presId="urn:microsoft.com/office/officeart/2005/8/layout/cycle7"/>
    <dgm:cxn modelId="{CAD164DE-D890-480E-948B-82A0999AB6DA}" srcId="{BA35B8F4-40C6-43A3-8FDD-9ED3032BE136}" destId="{EA08744D-C1C2-4970-9234-109486BDB846}" srcOrd="2" destOrd="0" parTransId="{420EF515-4BFF-43F3-A406-BEEB406A618D}" sibTransId="{600339B8-5E55-4C5C-9E50-6F5D8F6FAC9F}"/>
    <dgm:cxn modelId="{F284C8EB-3AC1-4D6C-9B7B-FE474BC92113}" type="presOf" srcId="{5DF4A50C-A0CD-447A-A6EA-995D8ECB0A3C}" destId="{8419B93C-D122-4D7B-B806-321E1AC02FDF}" srcOrd="0" destOrd="0" presId="urn:microsoft.com/office/officeart/2005/8/layout/cycle7"/>
    <dgm:cxn modelId="{3EC4A8F4-5F9B-4098-B726-0EEBAB17D0A5}" type="presOf" srcId="{95FF28BC-09CB-451E-9035-3D22C8236C8E}" destId="{BCE01792-6AC5-45E0-917D-5B925B1C5B62}" srcOrd="0" destOrd="0" presId="urn:microsoft.com/office/officeart/2005/8/layout/cycle7"/>
    <dgm:cxn modelId="{C8E84B23-7124-4D96-8C17-2CD9516B42F9}" type="presParOf" srcId="{A7D402A4-E987-4523-B82D-E29C35A49CE2}" destId="{BC5AA945-E505-419F-88B3-866260B99653}" srcOrd="0" destOrd="0" presId="urn:microsoft.com/office/officeart/2005/8/layout/cycle7"/>
    <dgm:cxn modelId="{DC1FA6B8-9530-4E42-B46A-F662EA3D7ED3}" type="presParOf" srcId="{A7D402A4-E987-4523-B82D-E29C35A49CE2}" destId="{FB9BAA6E-8885-4954-A672-BC28137DD999}" srcOrd="1" destOrd="0" presId="urn:microsoft.com/office/officeart/2005/8/layout/cycle7"/>
    <dgm:cxn modelId="{3FD82BDB-481F-4F86-A0AE-60D3CD1A31E7}" type="presParOf" srcId="{FB9BAA6E-8885-4954-A672-BC28137DD999}" destId="{5AA05D6C-5E8B-48FC-81C5-F81EE018327B}" srcOrd="0" destOrd="0" presId="urn:microsoft.com/office/officeart/2005/8/layout/cycle7"/>
    <dgm:cxn modelId="{73AE55DD-4065-41D3-9648-42F3310205F7}" type="presParOf" srcId="{A7D402A4-E987-4523-B82D-E29C35A49CE2}" destId="{F5F7DD1E-58C9-470D-A2A4-604023FFE161}" srcOrd="2" destOrd="0" presId="urn:microsoft.com/office/officeart/2005/8/layout/cycle7"/>
    <dgm:cxn modelId="{68945C2F-B8E2-4635-999F-BF61A2286523}" type="presParOf" srcId="{A7D402A4-E987-4523-B82D-E29C35A49CE2}" destId="{CB8F9F0D-BAE0-44E0-ADE2-5C706F542D20}" srcOrd="3" destOrd="0" presId="urn:microsoft.com/office/officeart/2005/8/layout/cycle7"/>
    <dgm:cxn modelId="{8121AF8B-9C84-4C80-929D-2DC2B5162981}" type="presParOf" srcId="{CB8F9F0D-BAE0-44E0-ADE2-5C706F542D20}" destId="{1E22B99F-8FDF-4F05-A233-B7B221D7F2B6}" srcOrd="0" destOrd="0" presId="urn:microsoft.com/office/officeart/2005/8/layout/cycle7"/>
    <dgm:cxn modelId="{DBA342CD-10CE-4CF2-AB76-F1CD02098FF7}" type="presParOf" srcId="{A7D402A4-E987-4523-B82D-E29C35A49CE2}" destId="{3FC49267-07F4-4005-B432-97F661689DE1}" srcOrd="4" destOrd="0" presId="urn:microsoft.com/office/officeart/2005/8/layout/cycle7"/>
    <dgm:cxn modelId="{CC3BD064-51FD-4DC6-ABEE-71CD4CBB260E}" type="presParOf" srcId="{A7D402A4-E987-4523-B82D-E29C35A49CE2}" destId="{9E6E54C1-608E-445A-A83B-820EB19C6E8D}" srcOrd="5" destOrd="0" presId="urn:microsoft.com/office/officeart/2005/8/layout/cycle7"/>
    <dgm:cxn modelId="{6C9EB0AD-4159-46A6-8A61-A8C85901047D}" type="presParOf" srcId="{9E6E54C1-608E-445A-A83B-820EB19C6E8D}" destId="{2FDA028A-E05F-467A-8D7C-8F452E3794B1}" srcOrd="0" destOrd="0" presId="urn:microsoft.com/office/officeart/2005/8/layout/cycle7"/>
    <dgm:cxn modelId="{284D978E-C692-4CA4-A98F-E260B15139B6}" type="presParOf" srcId="{A7D402A4-E987-4523-B82D-E29C35A49CE2}" destId="{89921FF9-440B-4D45-84C4-C706A042C173}" srcOrd="6" destOrd="0" presId="urn:microsoft.com/office/officeart/2005/8/layout/cycle7"/>
    <dgm:cxn modelId="{BCC4C762-91C4-4049-8EB3-BF23A605DF2E}" type="presParOf" srcId="{A7D402A4-E987-4523-B82D-E29C35A49CE2}" destId="{8419B93C-D122-4D7B-B806-321E1AC02FDF}" srcOrd="7" destOrd="0" presId="urn:microsoft.com/office/officeart/2005/8/layout/cycle7"/>
    <dgm:cxn modelId="{1A248DF7-55D9-4F62-BCF1-068155151471}" type="presParOf" srcId="{8419B93C-D122-4D7B-B806-321E1AC02FDF}" destId="{1E5DAFFE-AC43-4E46-8357-D5238EF0CD60}" srcOrd="0" destOrd="0" presId="urn:microsoft.com/office/officeart/2005/8/layout/cycle7"/>
    <dgm:cxn modelId="{12F4344E-6795-4C2B-B7AC-BBE60AC1782C}" type="presParOf" srcId="{A7D402A4-E987-4523-B82D-E29C35A49CE2}" destId="{64EA9A91-CD0E-4733-B853-4721CC5FDC4D}" srcOrd="8" destOrd="0" presId="urn:microsoft.com/office/officeart/2005/8/layout/cycle7"/>
    <dgm:cxn modelId="{28B30BD8-D4AC-4E84-990D-E36DE06BF568}" type="presParOf" srcId="{A7D402A4-E987-4523-B82D-E29C35A49CE2}" destId="{BCE01792-6AC5-45E0-917D-5B925B1C5B62}" srcOrd="9" destOrd="0" presId="urn:microsoft.com/office/officeart/2005/8/layout/cycle7"/>
    <dgm:cxn modelId="{648FA29F-974B-45F9-A5DE-AF26F43E10BD}" type="presParOf" srcId="{BCE01792-6AC5-45E0-917D-5B925B1C5B62}" destId="{529E3230-7245-4B64-8D47-86AD922EBC02}" srcOrd="0" destOrd="0" presId="urn:microsoft.com/office/officeart/2005/8/layout/cycle7"/>
    <dgm:cxn modelId="{18F5A9E7-951F-4913-9F06-DCB8942781D0}" type="presParOf" srcId="{A7D402A4-E987-4523-B82D-E29C35A49CE2}" destId="{8E880021-2E06-429D-A7FF-CE766207B7DD}" srcOrd="10" destOrd="0" presId="urn:microsoft.com/office/officeart/2005/8/layout/cycle7"/>
    <dgm:cxn modelId="{E90D58DC-CAE7-410D-AAE1-2508FBE98794}" type="presParOf" srcId="{A7D402A4-E987-4523-B82D-E29C35A49CE2}" destId="{141FC637-B734-41E4-ACA2-0C500446C81A}" srcOrd="11" destOrd="0" presId="urn:microsoft.com/office/officeart/2005/8/layout/cycle7"/>
    <dgm:cxn modelId="{53C13E55-426C-4A39-BE75-3939FABA5526}" type="presParOf" srcId="{141FC637-B734-41E4-ACA2-0C500446C81A}" destId="{3FD707CC-B8C5-4FA9-8977-91557CC98BF0}"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A35B8F4-40C6-43A3-8FDD-9ED3032BE136}"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IN"/>
        </a:p>
      </dgm:t>
    </dgm:pt>
    <dgm:pt modelId="{3076A310-BDBA-4CAF-9A64-D4C038330A81}">
      <dgm:prSet phldrT="[Text]"/>
      <dgm:spPr/>
      <dgm:t>
        <a:bodyPr/>
        <a:lstStyle/>
        <a:p>
          <a:r>
            <a:rPr lang="en-US" dirty="0"/>
            <a:t>A</a:t>
          </a:r>
          <a:endParaRPr lang="en-IN" dirty="0"/>
        </a:p>
      </dgm:t>
    </dgm:pt>
    <dgm:pt modelId="{DCD972D0-59D0-4083-8DFF-84F9A135216D}" type="parTrans" cxnId="{8BA9C651-440C-4C2B-A086-B5DE2A8E681C}">
      <dgm:prSet/>
      <dgm:spPr/>
      <dgm:t>
        <a:bodyPr/>
        <a:lstStyle/>
        <a:p>
          <a:endParaRPr lang="en-IN"/>
        </a:p>
      </dgm:t>
    </dgm:pt>
    <dgm:pt modelId="{909A1009-B75D-4AA3-B958-E84633B48035}" type="sibTrans" cxnId="{8BA9C651-440C-4C2B-A086-B5DE2A8E681C}">
      <dgm:prSet/>
      <dgm:spPr/>
      <dgm:t>
        <a:bodyPr/>
        <a:lstStyle/>
        <a:p>
          <a:endParaRPr lang="en-IN"/>
        </a:p>
      </dgm:t>
    </dgm:pt>
    <dgm:pt modelId="{EA08744D-C1C2-4970-9234-109486BDB846}">
      <dgm:prSet phldrT="[Text]"/>
      <dgm:spPr/>
      <dgm:t>
        <a:bodyPr/>
        <a:lstStyle/>
        <a:p>
          <a:r>
            <a:rPr lang="en-US" dirty="0"/>
            <a:t>G</a:t>
          </a:r>
          <a:endParaRPr lang="en-IN" dirty="0"/>
        </a:p>
      </dgm:t>
    </dgm:pt>
    <dgm:pt modelId="{420EF515-4BFF-43F3-A406-BEEB406A618D}" type="parTrans" cxnId="{CAD164DE-D890-480E-948B-82A0999AB6DA}">
      <dgm:prSet/>
      <dgm:spPr/>
      <dgm:t>
        <a:bodyPr/>
        <a:lstStyle/>
        <a:p>
          <a:endParaRPr lang="en-IN"/>
        </a:p>
      </dgm:t>
    </dgm:pt>
    <dgm:pt modelId="{600339B8-5E55-4C5C-9E50-6F5D8F6FAC9F}" type="sibTrans" cxnId="{CAD164DE-D890-480E-948B-82A0999AB6DA}">
      <dgm:prSet/>
      <dgm:spPr/>
      <dgm:t>
        <a:bodyPr/>
        <a:lstStyle/>
        <a:p>
          <a:endParaRPr lang="en-IN"/>
        </a:p>
      </dgm:t>
    </dgm:pt>
    <dgm:pt modelId="{2A2DD892-5E3E-4621-9AE4-40DDA1F23566}">
      <dgm:prSet/>
      <dgm:spPr/>
      <dgm:t>
        <a:bodyPr/>
        <a:lstStyle/>
        <a:p>
          <a:r>
            <a:rPr lang="en-US" dirty="0"/>
            <a:t>B</a:t>
          </a:r>
          <a:endParaRPr lang="en-IN" dirty="0"/>
        </a:p>
      </dgm:t>
    </dgm:pt>
    <dgm:pt modelId="{93EDE0BA-0811-4232-8B62-C941CCB379AA}" type="parTrans" cxnId="{55229124-E20A-4FA7-9E9D-8C10D05CAD5E}">
      <dgm:prSet/>
      <dgm:spPr/>
      <dgm:t>
        <a:bodyPr/>
        <a:lstStyle/>
        <a:p>
          <a:endParaRPr lang="en-IN"/>
        </a:p>
      </dgm:t>
    </dgm:pt>
    <dgm:pt modelId="{0769A8DE-7A42-4097-B872-FA00A11F2DA8}" type="sibTrans" cxnId="{55229124-E20A-4FA7-9E9D-8C10D05CAD5E}">
      <dgm:prSet/>
      <dgm:spPr/>
      <dgm:t>
        <a:bodyPr/>
        <a:lstStyle/>
        <a:p>
          <a:endParaRPr lang="en-IN"/>
        </a:p>
      </dgm:t>
    </dgm:pt>
    <dgm:pt modelId="{8A7BF4C8-BC79-4EE1-B4AF-A58AA45700FA}">
      <dgm:prSet/>
      <dgm:spPr/>
      <dgm:t>
        <a:bodyPr/>
        <a:lstStyle/>
        <a:p>
          <a:r>
            <a:rPr lang="en-US" dirty="0"/>
            <a:t>D</a:t>
          </a:r>
          <a:endParaRPr lang="en-IN" dirty="0"/>
        </a:p>
      </dgm:t>
    </dgm:pt>
    <dgm:pt modelId="{F8BB222C-3FF2-4945-8AC7-54836E7BBBA2}" type="parTrans" cxnId="{2C94BCD4-A61E-4965-85A9-767320C63F74}">
      <dgm:prSet/>
      <dgm:spPr/>
      <dgm:t>
        <a:bodyPr/>
        <a:lstStyle/>
        <a:p>
          <a:endParaRPr lang="en-IN"/>
        </a:p>
      </dgm:t>
    </dgm:pt>
    <dgm:pt modelId="{95FF28BC-09CB-451E-9035-3D22C8236C8E}" type="sibTrans" cxnId="{2C94BCD4-A61E-4965-85A9-767320C63F74}">
      <dgm:prSet/>
      <dgm:spPr/>
      <dgm:t>
        <a:bodyPr/>
        <a:lstStyle/>
        <a:p>
          <a:endParaRPr lang="en-IN"/>
        </a:p>
      </dgm:t>
    </dgm:pt>
    <dgm:pt modelId="{04073DEA-EB1E-472D-9D37-5F3951DCCD6E}">
      <dgm:prSet/>
      <dgm:spPr/>
      <dgm:t>
        <a:bodyPr/>
        <a:lstStyle/>
        <a:p>
          <a:r>
            <a:rPr lang="en-US" dirty="0"/>
            <a:t>E</a:t>
          </a:r>
          <a:endParaRPr lang="en-IN" dirty="0"/>
        </a:p>
      </dgm:t>
    </dgm:pt>
    <dgm:pt modelId="{C6D62C8B-3F65-475F-AEAF-17F5A7C0E51E}" type="parTrans" cxnId="{93FD349B-729C-467E-9CC8-E3EA4389531D}">
      <dgm:prSet/>
      <dgm:spPr/>
      <dgm:t>
        <a:bodyPr/>
        <a:lstStyle/>
        <a:p>
          <a:endParaRPr lang="en-IN"/>
        </a:p>
      </dgm:t>
    </dgm:pt>
    <dgm:pt modelId="{5DF4A50C-A0CD-447A-A6EA-995D8ECB0A3C}" type="sibTrans" cxnId="{93FD349B-729C-467E-9CC8-E3EA4389531D}">
      <dgm:prSet/>
      <dgm:spPr/>
      <dgm:t>
        <a:bodyPr/>
        <a:lstStyle/>
        <a:p>
          <a:endParaRPr lang="en-IN"/>
        </a:p>
      </dgm:t>
    </dgm:pt>
    <dgm:pt modelId="{56B41CAB-D447-4410-B2E2-3FAA81D7D3D9}">
      <dgm:prSet/>
      <dgm:spPr/>
      <dgm:t>
        <a:bodyPr/>
        <a:lstStyle/>
        <a:p>
          <a:r>
            <a:rPr lang="en-US" dirty="0"/>
            <a:t>C</a:t>
          </a:r>
          <a:endParaRPr lang="en-IN" dirty="0"/>
        </a:p>
      </dgm:t>
    </dgm:pt>
    <dgm:pt modelId="{C298C56C-B830-40AB-B65E-A00DB5E04CF6}" type="parTrans" cxnId="{023B1612-4D11-4C56-A64C-59D878A6F942}">
      <dgm:prSet/>
      <dgm:spPr/>
      <dgm:t>
        <a:bodyPr/>
        <a:lstStyle/>
        <a:p>
          <a:endParaRPr lang="en-IN"/>
        </a:p>
      </dgm:t>
    </dgm:pt>
    <dgm:pt modelId="{942D40F2-FB3B-4A26-986F-0B056FBDA3ED}" type="sibTrans" cxnId="{023B1612-4D11-4C56-A64C-59D878A6F942}">
      <dgm:prSet/>
      <dgm:spPr/>
      <dgm:t>
        <a:bodyPr/>
        <a:lstStyle/>
        <a:p>
          <a:endParaRPr lang="en-IN"/>
        </a:p>
      </dgm:t>
    </dgm:pt>
    <dgm:pt modelId="{A7D402A4-E987-4523-B82D-E29C35A49CE2}" type="pres">
      <dgm:prSet presAssocID="{BA35B8F4-40C6-43A3-8FDD-9ED3032BE136}" presName="Name0" presStyleCnt="0">
        <dgm:presLayoutVars>
          <dgm:dir/>
          <dgm:resizeHandles val="exact"/>
        </dgm:presLayoutVars>
      </dgm:prSet>
      <dgm:spPr/>
    </dgm:pt>
    <dgm:pt modelId="{BC5AA945-E505-419F-88B3-866260B99653}" type="pres">
      <dgm:prSet presAssocID="{3076A310-BDBA-4CAF-9A64-D4C038330A81}" presName="node" presStyleLbl="node1" presStyleIdx="0" presStyleCnt="6">
        <dgm:presLayoutVars>
          <dgm:bulletEnabled val="1"/>
        </dgm:presLayoutVars>
      </dgm:prSet>
      <dgm:spPr/>
    </dgm:pt>
    <dgm:pt modelId="{FB9BAA6E-8885-4954-A672-BC28137DD999}" type="pres">
      <dgm:prSet presAssocID="{909A1009-B75D-4AA3-B958-E84633B48035}" presName="sibTrans" presStyleLbl="sibTrans2D1" presStyleIdx="0" presStyleCnt="6" custScaleX="206381" custScaleY="119193"/>
      <dgm:spPr/>
    </dgm:pt>
    <dgm:pt modelId="{5AA05D6C-5E8B-48FC-81C5-F81EE018327B}" type="pres">
      <dgm:prSet presAssocID="{909A1009-B75D-4AA3-B958-E84633B48035}" presName="connectorText" presStyleLbl="sibTrans2D1" presStyleIdx="0" presStyleCnt="6"/>
      <dgm:spPr/>
    </dgm:pt>
    <dgm:pt modelId="{F5F7DD1E-58C9-470D-A2A4-604023FFE161}" type="pres">
      <dgm:prSet presAssocID="{56B41CAB-D447-4410-B2E2-3FAA81D7D3D9}" presName="node" presStyleLbl="node1" presStyleIdx="1" presStyleCnt="6" custRadScaleRad="84841" custRadScaleInc="-23528">
        <dgm:presLayoutVars>
          <dgm:bulletEnabled val="1"/>
        </dgm:presLayoutVars>
      </dgm:prSet>
      <dgm:spPr/>
    </dgm:pt>
    <dgm:pt modelId="{CB8F9F0D-BAE0-44E0-ADE2-5C706F542D20}" type="pres">
      <dgm:prSet presAssocID="{942D40F2-FB3B-4A26-986F-0B056FBDA3ED}" presName="sibTrans" presStyleLbl="sibTrans2D1" presStyleIdx="1" presStyleCnt="6" custAng="4411641" custFlipVert="1" custScaleX="288336" custScaleY="96693" custLinFactX="-200000" custLinFactY="190865" custLinFactNeighborX="-274056" custLinFactNeighborY="200000"/>
      <dgm:spPr/>
    </dgm:pt>
    <dgm:pt modelId="{1E22B99F-8FDF-4F05-A233-B7B221D7F2B6}" type="pres">
      <dgm:prSet presAssocID="{942D40F2-FB3B-4A26-986F-0B056FBDA3ED}" presName="connectorText" presStyleLbl="sibTrans2D1" presStyleIdx="1" presStyleCnt="6"/>
      <dgm:spPr/>
    </dgm:pt>
    <dgm:pt modelId="{3FC49267-07F4-4005-B432-97F661689DE1}" type="pres">
      <dgm:prSet presAssocID="{EA08744D-C1C2-4970-9234-109486BDB846}" presName="node" presStyleLbl="node1" presStyleIdx="2" presStyleCnt="6" custRadScaleRad="151125" custRadScaleInc="391914">
        <dgm:presLayoutVars>
          <dgm:bulletEnabled val="1"/>
        </dgm:presLayoutVars>
      </dgm:prSet>
      <dgm:spPr/>
    </dgm:pt>
    <dgm:pt modelId="{9E6E54C1-608E-445A-A83B-820EB19C6E8D}" type="pres">
      <dgm:prSet presAssocID="{600339B8-5E55-4C5C-9E50-6F5D8F6FAC9F}" presName="sibTrans" presStyleLbl="sibTrans2D1" presStyleIdx="2" presStyleCnt="6" custAng="9170010" custFlipHor="1" custScaleX="203303" custScaleY="141414" custLinFactY="207700" custLinFactNeighborX="37160" custLinFactNeighborY="300000"/>
      <dgm:spPr/>
    </dgm:pt>
    <dgm:pt modelId="{2FDA028A-E05F-467A-8D7C-8F452E3794B1}" type="pres">
      <dgm:prSet presAssocID="{600339B8-5E55-4C5C-9E50-6F5D8F6FAC9F}" presName="connectorText" presStyleLbl="sibTrans2D1" presStyleIdx="2" presStyleCnt="6"/>
      <dgm:spPr/>
    </dgm:pt>
    <dgm:pt modelId="{89921FF9-440B-4D45-84C4-C706A042C173}" type="pres">
      <dgm:prSet presAssocID="{04073DEA-EB1E-472D-9D37-5F3951DCCD6E}" presName="node" presStyleLbl="node1" presStyleIdx="3" presStyleCnt="6" custRadScaleRad="57749" custRadScaleInc="-202082">
        <dgm:presLayoutVars>
          <dgm:bulletEnabled val="1"/>
        </dgm:presLayoutVars>
      </dgm:prSet>
      <dgm:spPr/>
    </dgm:pt>
    <dgm:pt modelId="{8419B93C-D122-4D7B-B806-321E1AC02FDF}" type="pres">
      <dgm:prSet presAssocID="{5DF4A50C-A0CD-447A-A6EA-995D8ECB0A3C}" presName="sibTrans" presStyleLbl="sibTrans2D1" presStyleIdx="3" presStyleCnt="6" custAng="18762557" custFlipVert="0" custScaleX="265480" custScaleY="155114" custLinFactX="124361" custLinFactY="-100000" custLinFactNeighborX="200000" custLinFactNeighborY="-195358"/>
      <dgm:spPr/>
    </dgm:pt>
    <dgm:pt modelId="{1E5DAFFE-AC43-4E46-8357-D5238EF0CD60}" type="pres">
      <dgm:prSet presAssocID="{5DF4A50C-A0CD-447A-A6EA-995D8ECB0A3C}" presName="connectorText" presStyleLbl="sibTrans2D1" presStyleIdx="3" presStyleCnt="6"/>
      <dgm:spPr/>
    </dgm:pt>
    <dgm:pt modelId="{64EA9A91-CD0E-4733-B853-4721CC5FDC4D}" type="pres">
      <dgm:prSet presAssocID="{8A7BF4C8-BC79-4EE1-B4AF-A58AA45700FA}" presName="node" presStyleLbl="node1" presStyleIdx="4" presStyleCnt="6" custRadScaleRad="99637" custRadScaleInc="64440">
        <dgm:presLayoutVars>
          <dgm:bulletEnabled val="1"/>
        </dgm:presLayoutVars>
      </dgm:prSet>
      <dgm:spPr/>
    </dgm:pt>
    <dgm:pt modelId="{BCE01792-6AC5-45E0-917D-5B925B1C5B62}" type="pres">
      <dgm:prSet presAssocID="{95FF28BC-09CB-451E-9035-3D22C8236C8E}" presName="sibTrans" presStyleLbl="sibTrans2D1" presStyleIdx="4" presStyleCnt="6" custScaleX="268488" custScaleY="162402"/>
      <dgm:spPr/>
    </dgm:pt>
    <dgm:pt modelId="{529E3230-7245-4B64-8D47-86AD922EBC02}" type="pres">
      <dgm:prSet presAssocID="{95FF28BC-09CB-451E-9035-3D22C8236C8E}" presName="connectorText" presStyleLbl="sibTrans2D1" presStyleIdx="4" presStyleCnt="6"/>
      <dgm:spPr/>
    </dgm:pt>
    <dgm:pt modelId="{8E880021-2E06-429D-A7FF-CE766207B7DD}" type="pres">
      <dgm:prSet presAssocID="{2A2DD892-5E3E-4621-9AE4-40DDA1F23566}" presName="node" presStyleLbl="node1" presStyleIdx="5" presStyleCnt="6" custRadScaleRad="78917" custRadScaleInc="40703">
        <dgm:presLayoutVars>
          <dgm:bulletEnabled val="1"/>
        </dgm:presLayoutVars>
      </dgm:prSet>
      <dgm:spPr/>
    </dgm:pt>
    <dgm:pt modelId="{141FC637-B734-41E4-ACA2-0C500446C81A}" type="pres">
      <dgm:prSet presAssocID="{0769A8DE-7A42-4097-B872-FA00A11F2DA8}" presName="sibTrans" presStyleLbl="sibTrans2D1" presStyleIdx="5" presStyleCnt="6" custScaleX="193755" custScaleY="118177"/>
      <dgm:spPr/>
    </dgm:pt>
    <dgm:pt modelId="{3FD707CC-B8C5-4FA9-8977-91557CC98BF0}" type="pres">
      <dgm:prSet presAssocID="{0769A8DE-7A42-4097-B872-FA00A11F2DA8}" presName="connectorText" presStyleLbl="sibTrans2D1" presStyleIdx="5" presStyleCnt="6"/>
      <dgm:spPr/>
    </dgm:pt>
  </dgm:ptLst>
  <dgm:cxnLst>
    <dgm:cxn modelId="{023B1612-4D11-4C56-A64C-59D878A6F942}" srcId="{BA35B8F4-40C6-43A3-8FDD-9ED3032BE136}" destId="{56B41CAB-D447-4410-B2E2-3FAA81D7D3D9}" srcOrd="1" destOrd="0" parTransId="{C298C56C-B830-40AB-B65E-A00DB5E04CF6}" sibTransId="{942D40F2-FB3B-4A26-986F-0B056FBDA3ED}"/>
    <dgm:cxn modelId="{6EF1D622-1E11-4A14-B79C-E3B67D7C2F2F}" type="presOf" srcId="{909A1009-B75D-4AA3-B958-E84633B48035}" destId="{5AA05D6C-5E8B-48FC-81C5-F81EE018327B}" srcOrd="1" destOrd="0" presId="urn:microsoft.com/office/officeart/2005/8/layout/cycle7"/>
    <dgm:cxn modelId="{55229124-E20A-4FA7-9E9D-8C10D05CAD5E}" srcId="{BA35B8F4-40C6-43A3-8FDD-9ED3032BE136}" destId="{2A2DD892-5E3E-4621-9AE4-40DDA1F23566}" srcOrd="5" destOrd="0" parTransId="{93EDE0BA-0811-4232-8B62-C941CCB379AA}" sibTransId="{0769A8DE-7A42-4097-B872-FA00A11F2DA8}"/>
    <dgm:cxn modelId="{A12CC135-47A0-4CD4-9D5A-2E91199B1F72}" type="presOf" srcId="{2A2DD892-5E3E-4621-9AE4-40DDA1F23566}" destId="{8E880021-2E06-429D-A7FF-CE766207B7DD}" srcOrd="0" destOrd="0" presId="urn:microsoft.com/office/officeart/2005/8/layout/cycle7"/>
    <dgm:cxn modelId="{A0FC4B3E-E223-45CA-9ED3-5BCBE55122DD}" type="presOf" srcId="{BA35B8F4-40C6-43A3-8FDD-9ED3032BE136}" destId="{A7D402A4-E987-4523-B82D-E29C35A49CE2}" srcOrd="0" destOrd="0" presId="urn:microsoft.com/office/officeart/2005/8/layout/cycle7"/>
    <dgm:cxn modelId="{8BA9C651-440C-4C2B-A086-B5DE2A8E681C}" srcId="{BA35B8F4-40C6-43A3-8FDD-9ED3032BE136}" destId="{3076A310-BDBA-4CAF-9A64-D4C038330A81}" srcOrd="0" destOrd="0" parTransId="{DCD972D0-59D0-4083-8DFF-84F9A135216D}" sibTransId="{909A1009-B75D-4AA3-B958-E84633B48035}"/>
    <dgm:cxn modelId="{C5D7087F-F644-467B-8AB8-969E80078DDB}" type="presOf" srcId="{5DF4A50C-A0CD-447A-A6EA-995D8ECB0A3C}" destId="{1E5DAFFE-AC43-4E46-8357-D5238EF0CD60}" srcOrd="1" destOrd="0" presId="urn:microsoft.com/office/officeart/2005/8/layout/cycle7"/>
    <dgm:cxn modelId="{FD361E8C-979F-46BE-9814-0935D5C93D1C}" type="presOf" srcId="{0769A8DE-7A42-4097-B872-FA00A11F2DA8}" destId="{3FD707CC-B8C5-4FA9-8977-91557CC98BF0}" srcOrd="1" destOrd="0" presId="urn:microsoft.com/office/officeart/2005/8/layout/cycle7"/>
    <dgm:cxn modelId="{A0053E8D-EE76-472B-BFD1-5EF1187EAFD0}" type="presOf" srcId="{0769A8DE-7A42-4097-B872-FA00A11F2DA8}" destId="{141FC637-B734-41E4-ACA2-0C500446C81A}" srcOrd="0" destOrd="0" presId="urn:microsoft.com/office/officeart/2005/8/layout/cycle7"/>
    <dgm:cxn modelId="{93FD349B-729C-467E-9CC8-E3EA4389531D}" srcId="{BA35B8F4-40C6-43A3-8FDD-9ED3032BE136}" destId="{04073DEA-EB1E-472D-9D37-5F3951DCCD6E}" srcOrd="3" destOrd="0" parTransId="{C6D62C8B-3F65-475F-AEAF-17F5A7C0E51E}" sibTransId="{5DF4A50C-A0CD-447A-A6EA-995D8ECB0A3C}"/>
    <dgm:cxn modelId="{8029919B-D007-4E9E-8100-934F5909D62A}" type="presOf" srcId="{04073DEA-EB1E-472D-9D37-5F3951DCCD6E}" destId="{89921FF9-440B-4D45-84C4-C706A042C173}" srcOrd="0" destOrd="0" presId="urn:microsoft.com/office/officeart/2005/8/layout/cycle7"/>
    <dgm:cxn modelId="{2F762AA1-BDBF-41C6-8D81-922075908398}" type="presOf" srcId="{600339B8-5E55-4C5C-9E50-6F5D8F6FAC9F}" destId="{2FDA028A-E05F-467A-8D7C-8F452E3794B1}" srcOrd="1" destOrd="0" presId="urn:microsoft.com/office/officeart/2005/8/layout/cycle7"/>
    <dgm:cxn modelId="{47396BAF-A5DC-48EA-B3F2-C18FB90ECCDD}" type="presOf" srcId="{95FF28BC-09CB-451E-9035-3D22C8236C8E}" destId="{529E3230-7245-4B64-8D47-86AD922EBC02}" srcOrd="1" destOrd="0" presId="urn:microsoft.com/office/officeart/2005/8/layout/cycle7"/>
    <dgm:cxn modelId="{3E7B16B4-8E57-462E-B745-E0019562EE84}" type="presOf" srcId="{942D40F2-FB3B-4A26-986F-0B056FBDA3ED}" destId="{1E22B99F-8FDF-4F05-A233-B7B221D7F2B6}" srcOrd="1" destOrd="0" presId="urn:microsoft.com/office/officeart/2005/8/layout/cycle7"/>
    <dgm:cxn modelId="{521AAABB-D993-48C7-841C-F47300648713}" type="presOf" srcId="{8A7BF4C8-BC79-4EE1-B4AF-A58AA45700FA}" destId="{64EA9A91-CD0E-4733-B853-4721CC5FDC4D}" srcOrd="0" destOrd="0" presId="urn:microsoft.com/office/officeart/2005/8/layout/cycle7"/>
    <dgm:cxn modelId="{2DE3E4C3-B74D-4307-82E1-B8F36D359101}" type="presOf" srcId="{EA08744D-C1C2-4970-9234-109486BDB846}" destId="{3FC49267-07F4-4005-B432-97F661689DE1}" srcOrd="0" destOrd="0" presId="urn:microsoft.com/office/officeart/2005/8/layout/cycle7"/>
    <dgm:cxn modelId="{13C6B8C6-525B-48BF-87A0-0D978ACF8C66}" type="presOf" srcId="{600339B8-5E55-4C5C-9E50-6F5D8F6FAC9F}" destId="{9E6E54C1-608E-445A-A83B-820EB19C6E8D}" srcOrd="0" destOrd="0" presId="urn:microsoft.com/office/officeart/2005/8/layout/cycle7"/>
    <dgm:cxn modelId="{17A217CC-25F6-40E6-9993-7628F82E2B92}" type="presOf" srcId="{5DF4A50C-A0CD-447A-A6EA-995D8ECB0A3C}" destId="{8419B93C-D122-4D7B-B806-321E1AC02FDF}" srcOrd="0" destOrd="0" presId="urn:microsoft.com/office/officeart/2005/8/layout/cycle7"/>
    <dgm:cxn modelId="{20C02AD2-4859-4BA3-A887-9A5993E1E299}" type="presOf" srcId="{942D40F2-FB3B-4A26-986F-0B056FBDA3ED}" destId="{CB8F9F0D-BAE0-44E0-ADE2-5C706F542D20}" srcOrd="0" destOrd="0" presId="urn:microsoft.com/office/officeart/2005/8/layout/cycle7"/>
    <dgm:cxn modelId="{2C94BCD4-A61E-4965-85A9-767320C63F74}" srcId="{BA35B8F4-40C6-43A3-8FDD-9ED3032BE136}" destId="{8A7BF4C8-BC79-4EE1-B4AF-A58AA45700FA}" srcOrd="4" destOrd="0" parTransId="{F8BB222C-3FF2-4945-8AC7-54836E7BBBA2}" sibTransId="{95FF28BC-09CB-451E-9035-3D22C8236C8E}"/>
    <dgm:cxn modelId="{C1D410D7-6D79-429B-A60B-CD030B88A91A}" type="presOf" srcId="{56B41CAB-D447-4410-B2E2-3FAA81D7D3D9}" destId="{F5F7DD1E-58C9-470D-A2A4-604023FFE161}" srcOrd="0" destOrd="0" presId="urn:microsoft.com/office/officeart/2005/8/layout/cycle7"/>
    <dgm:cxn modelId="{D03B6DD7-3051-4804-A798-5CF9A7886E1C}" type="presOf" srcId="{3076A310-BDBA-4CAF-9A64-D4C038330A81}" destId="{BC5AA945-E505-419F-88B3-866260B99653}" srcOrd="0" destOrd="0" presId="urn:microsoft.com/office/officeart/2005/8/layout/cycle7"/>
    <dgm:cxn modelId="{CAD164DE-D890-480E-948B-82A0999AB6DA}" srcId="{BA35B8F4-40C6-43A3-8FDD-9ED3032BE136}" destId="{EA08744D-C1C2-4970-9234-109486BDB846}" srcOrd="2" destOrd="0" parTransId="{420EF515-4BFF-43F3-A406-BEEB406A618D}" sibTransId="{600339B8-5E55-4C5C-9E50-6F5D8F6FAC9F}"/>
    <dgm:cxn modelId="{265F42E9-1194-4582-BF79-03736E7F1B38}" type="presOf" srcId="{909A1009-B75D-4AA3-B958-E84633B48035}" destId="{FB9BAA6E-8885-4954-A672-BC28137DD999}" srcOrd="0" destOrd="0" presId="urn:microsoft.com/office/officeart/2005/8/layout/cycle7"/>
    <dgm:cxn modelId="{63AA19F0-8304-4C0C-B55B-ECD30262556D}" type="presOf" srcId="{95FF28BC-09CB-451E-9035-3D22C8236C8E}" destId="{BCE01792-6AC5-45E0-917D-5B925B1C5B62}" srcOrd="0" destOrd="0" presId="urn:microsoft.com/office/officeart/2005/8/layout/cycle7"/>
    <dgm:cxn modelId="{C61CABD9-7992-495C-8889-99D58D26A0C9}" type="presParOf" srcId="{A7D402A4-E987-4523-B82D-E29C35A49CE2}" destId="{BC5AA945-E505-419F-88B3-866260B99653}" srcOrd="0" destOrd="0" presId="urn:microsoft.com/office/officeart/2005/8/layout/cycle7"/>
    <dgm:cxn modelId="{FFADCEC6-F761-4149-BD34-B6E59A75208E}" type="presParOf" srcId="{A7D402A4-E987-4523-B82D-E29C35A49CE2}" destId="{FB9BAA6E-8885-4954-A672-BC28137DD999}" srcOrd="1" destOrd="0" presId="urn:microsoft.com/office/officeart/2005/8/layout/cycle7"/>
    <dgm:cxn modelId="{D7FA93CE-4DCB-408C-9F12-98911FE4F07F}" type="presParOf" srcId="{FB9BAA6E-8885-4954-A672-BC28137DD999}" destId="{5AA05D6C-5E8B-48FC-81C5-F81EE018327B}" srcOrd="0" destOrd="0" presId="urn:microsoft.com/office/officeart/2005/8/layout/cycle7"/>
    <dgm:cxn modelId="{9A4AA1C9-03C5-4BFB-AE74-B05A2851AB41}" type="presParOf" srcId="{A7D402A4-E987-4523-B82D-E29C35A49CE2}" destId="{F5F7DD1E-58C9-470D-A2A4-604023FFE161}" srcOrd="2" destOrd="0" presId="urn:microsoft.com/office/officeart/2005/8/layout/cycle7"/>
    <dgm:cxn modelId="{5E413D37-3DE1-41BB-BDF1-CB1A2CDB85FA}" type="presParOf" srcId="{A7D402A4-E987-4523-B82D-E29C35A49CE2}" destId="{CB8F9F0D-BAE0-44E0-ADE2-5C706F542D20}" srcOrd="3" destOrd="0" presId="urn:microsoft.com/office/officeart/2005/8/layout/cycle7"/>
    <dgm:cxn modelId="{166A8360-BC91-4F27-B6BA-4BE69810A178}" type="presParOf" srcId="{CB8F9F0D-BAE0-44E0-ADE2-5C706F542D20}" destId="{1E22B99F-8FDF-4F05-A233-B7B221D7F2B6}" srcOrd="0" destOrd="0" presId="urn:microsoft.com/office/officeart/2005/8/layout/cycle7"/>
    <dgm:cxn modelId="{29A14EA9-E586-42D3-A9E4-569B5A5C246F}" type="presParOf" srcId="{A7D402A4-E987-4523-B82D-E29C35A49CE2}" destId="{3FC49267-07F4-4005-B432-97F661689DE1}" srcOrd="4" destOrd="0" presId="urn:microsoft.com/office/officeart/2005/8/layout/cycle7"/>
    <dgm:cxn modelId="{D22E9671-FBF1-4D2A-93F9-B3926AD3F0F2}" type="presParOf" srcId="{A7D402A4-E987-4523-B82D-E29C35A49CE2}" destId="{9E6E54C1-608E-445A-A83B-820EB19C6E8D}" srcOrd="5" destOrd="0" presId="urn:microsoft.com/office/officeart/2005/8/layout/cycle7"/>
    <dgm:cxn modelId="{193C656B-7675-46AA-BD63-02D663003A99}" type="presParOf" srcId="{9E6E54C1-608E-445A-A83B-820EB19C6E8D}" destId="{2FDA028A-E05F-467A-8D7C-8F452E3794B1}" srcOrd="0" destOrd="0" presId="urn:microsoft.com/office/officeart/2005/8/layout/cycle7"/>
    <dgm:cxn modelId="{FF32333E-315D-40C9-8C84-E9CFCED98A75}" type="presParOf" srcId="{A7D402A4-E987-4523-B82D-E29C35A49CE2}" destId="{89921FF9-440B-4D45-84C4-C706A042C173}" srcOrd="6" destOrd="0" presId="urn:microsoft.com/office/officeart/2005/8/layout/cycle7"/>
    <dgm:cxn modelId="{608226DC-AEE4-4AB4-A300-06689F62356D}" type="presParOf" srcId="{A7D402A4-E987-4523-B82D-E29C35A49CE2}" destId="{8419B93C-D122-4D7B-B806-321E1AC02FDF}" srcOrd="7" destOrd="0" presId="urn:microsoft.com/office/officeart/2005/8/layout/cycle7"/>
    <dgm:cxn modelId="{59C72D5B-AE4C-477C-B733-D64661C3BC45}" type="presParOf" srcId="{8419B93C-D122-4D7B-B806-321E1AC02FDF}" destId="{1E5DAFFE-AC43-4E46-8357-D5238EF0CD60}" srcOrd="0" destOrd="0" presId="urn:microsoft.com/office/officeart/2005/8/layout/cycle7"/>
    <dgm:cxn modelId="{12823FE4-5B0D-45E2-8E29-B02BAF16D250}" type="presParOf" srcId="{A7D402A4-E987-4523-B82D-E29C35A49CE2}" destId="{64EA9A91-CD0E-4733-B853-4721CC5FDC4D}" srcOrd="8" destOrd="0" presId="urn:microsoft.com/office/officeart/2005/8/layout/cycle7"/>
    <dgm:cxn modelId="{32F6E42D-953E-4371-AF48-FF9D2E8680AE}" type="presParOf" srcId="{A7D402A4-E987-4523-B82D-E29C35A49CE2}" destId="{BCE01792-6AC5-45E0-917D-5B925B1C5B62}" srcOrd="9" destOrd="0" presId="urn:microsoft.com/office/officeart/2005/8/layout/cycle7"/>
    <dgm:cxn modelId="{08B7149F-2A3F-452E-AAE9-E9A559BD1D78}" type="presParOf" srcId="{BCE01792-6AC5-45E0-917D-5B925B1C5B62}" destId="{529E3230-7245-4B64-8D47-86AD922EBC02}" srcOrd="0" destOrd="0" presId="urn:microsoft.com/office/officeart/2005/8/layout/cycle7"/>
    <dgm:cxn modelId="{56E59C80-3DE2-4C04-B94B-D7C25096DC6D}" type="presParOf" srcId="{A7D402A4-E987-4523-B82D-E29C35A49CE2}" destId="{8E880021-2E06-429D-A7FF-CE766207B7DD}" srcOrd="10" destOrd="0" presId="urn:microsoft.com/office/officeart/2005/8/layout/cycle7"/>
    <dgm:cxn modelId="{C5005D47-9AB0-4354-B5C0-683DF0D7AE12}" type="presParOf" srcId="{A7D402A4-E987-4523-B82D-E29C35A49CE2}" destId="{141FC637-B734-41E4-ACA2-0C500446C81A}" srcOrd="11" destOrd="0" presId="urn:microsoft.com/office/officeart/2005/8/layout/cycle7"/>
    <dgm:cxn modelId="{F915455A-5830-47A7-BC73-5B7FE06F0D3B}" type="presParOf" srcId="{141FC637-B734-41E4-ACA2-0C500446C81A}" destId="{3FD707CC-B8C5-4FA9-8977-91557CC98BF0}" srcOrd="0" destOrd="0" presId="urn:microsoft.com/office/officeart/2005/8/layout/cycle7"/>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5AA945-E505-419F-88B3-866260B99653}">
      <dsp:nvSpPr>
        <dsp:cNvPr id="0" name=""/>
        <dsp:cNvSpPr/>
      </dsp:nvSpPr>
      <dsp:spPr>
        <a:xfrm>
          <a:off x="3439979" y="1801"/>
          <a:ext cx="1183077" cy="5915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A</a:t>
          </a:r>
          <a:endParaRPr lang="en-IN" sz="2600" kern="1200" dirty="0"/>
        </a:p>
      </dsp:txBody>
      <dsp:txXfrm>
        <a:off x="3457305" y="19127"/>
        <a:ext cx="1148425" cy="556886"/>
      </dsp:txXfrm>
    </dsp:sp>
    <dsp:sp modelId="{FB9BAA6E-8885-4954-A672-BC28137DD999}">
      <dsp:nvSpPr>
        <dsp:cNvPr id="0" name=""/>
        <dsp:cNvSpPr/>
      </dsp:nvSpPr>
      <dsp:spPr>
        <a:xfrm rot="2027239">
          <a:off x="4474226" y="659389"/>
          <a:ext cx="564863" cy="24677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4548259" y="708744"/>
        <a:ext cx="416798" cy="148065"/>
      </dsp:txXfrm>
    </dsp:sp>
    <dsp:sp modelId="{F5F7DD1E-58C9-470D-A2A4-604023FFE161}">
      <dsp:nvSpPr>
        <dsp:cNvPr id="0" name=""/>
        <dsp:cNvSpPr/>
      </dsp:nvSpPr>
      <dsp:spPr>
        <a:xfrm>
          <a:off x="4890259" y="972214"/>
          <a:ext cx="1183077" cy="5915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C</a:t>
          </a:r>
          <a:endParaRPr lang="en-IN" sz="2600" kern="1200" dirty="0"/>
        </a:p>
      </dsp:txBody>
      <dsp:txXfrm>
        <a:off x="4907585" y="989540"/>
        <a:ext cx="1148425" cy="556886"/>
      </dsp:txXfrm>
    </dsp:sp>
    <dsp:sp modelId="{CB8F9F0D-BAE0-44E0-ADE2-5C706F542D20}">
      <dsp:nvSpPr>
        <dsp:cNvPr id="0" name=""/>
        <dsp:cNvSpPr/>
      </dsp:nvSpPr>
      <dsp:spPr>
        <a:xfrm rot="8093114" flipV="1">
          <a:off x="753095" y="2905025"/>
          <a:ext cx="789174" cy="200191"/>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rot="10800000">
        <a:off x="813152" y="2945063"/>
        <a:ext cx="669060" cy="120115"/>
      </dsp:txXfrm>
    </dsp:sp>
    <dsp:sp modelId="{3FC49267-07F4-4005-B432-97F661689DE1}">
      <dsp:nvSpPr>
        <dsp:cNvPr id="0" name=""/>
        <dsp:cNvSpPr/>
      </dsp:nvSpPr>
      <dsp:spPr>
        <a:xfrm>
          <a:off x="327493" y="3440588"/>
          <a:ext cx="1183077" cy="5915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G</a:t>
          </a:r>
          <a:endParaRPr lang="en-IN" sz="2600" kern="1200" dirty="0"/>
        </a:p>
      </dsp:txBody>
      <dsp:txXfrm>
        <a:off x="344819" y="3457914"/>
        <a:ext cx="1148425" cy="556886"/>
      </dsp:txXfrm>
    </dsp:sp>
    <dsp:sp modelId="{9E6E54C1-608E-445A-A83B-820EB19C6E8D}">
      <dsp:nvSpPr>
        <dsp:cNvPr id="0" name=""/>
        <dsp:cNvSpPr/>
      </dsp:nvSpPr>
      <dsp:spPr>
        <a:xfrm rot="13177291">
          <a:off x="1811721" y="2880421"/>
          <a:ext cx="872575" cy="292781"/>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p>
      </dsp:txBody>
      <dsp:txXfrm>
        <a:off x="1899555" y="2938977"/>
        <a:ext cx="696907" cy="175669"/>
      </dsp:txXfrm>
    </dsp:sp>
    <dsp:sp modelId="{FD5A101A-CD12-496A-AFB3-C6CF7E76897C}">
      <dsp:nvSpPr>
        <dsp:cNvPr id="0" name=""/>
        <dsp:cNvSpPr/>
      </dsp:nvSpPr>
      <dsp:spPr>
        <a:xfrm>
          <a:off x="6215534" y="2235811"/>
          <a:ext cx="1183077" cy="5915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F</a:t>
          </a:r>
          <a:endParaRPr lang="en-IN" sz="2600" kern="1200" dirty="0"/>
        </a:p>
      </dsp:txBody>
      <dsp:txXfrm>
        <a:off x="6232860" y="2253137"/>
        <a:ext cx="1148425" cy="556886"/>
      </dsp:txXfrm>
    </dsp:sp>
    <dsp:sp modelId="{B020D602-15E4-42FC-B4CA-9CAF1B195CFD}">
      <dsp:nvSpPr>
        <dsp:cNvPr id="0" name=""/>
        <dsp:cNvSpPr/>
      </dsp:nvSpPr>
      <dsp:spPr>
        <a:xfrm rot="12940834">
          <a:off x="5964732" y="1729448"/>
          <a:ext cx="781844" cy="26945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rot="10800000">
        <a:off x="6045567" y="1783338"/>
        <a:ext cx="620174" cy="161670"/>
      </dsp:txXfrm>
    </dsp:sp>
    <dsp:sp modelId="{89921FF9-440B-4D45-84C4-C706A042C173}">
      <dsp:nvSpPr>
        <dsp:cNvPr id="0" name=""/>
        <dsp:cNvSpPr/>
      </dsp:nvSpPr>
      <dsp:spPr>
        <a:xfrm>
          <a:off x="4690332" y="2235811"/>
          <a:ext cx="1183077" cy="5915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E</a:t>
          </a:r>
          <a:endParaRPr lang="en-IN" sz="2600" kern="1200" dirty="0"/>
        </a:p>
      </dsp:txBody>
      <dsp:txXfrm>
        <a:off x="4707658" y="2253137"/>
        <a:ext cx="1148425" cy="556886"/>
      </dsp:txXfrm>
    </dsp:sp>
    <dsp:sp modelId="{8419B93C-D122-4D7B-B806-321E1AC02FDF}">
      <dsp:nvSpPr>
        <dsp:cNvPr id="0" name=""/>
        <dsp:cNvSpPr/>
      </dsp:nvSpPr>
      <dsp:spPr>
        <a:xfrm rot="8026077">
          <a:off x="5282561" y="1702684"/>
          <a:ext cx="726617" cy="321145"/>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rot="10800000">
        <a:off x="5378904" y="1766913"/>
        <a:ext cx="533930" cy="192687"/>
      </dsp:txXfrm>
    </dsp:sp>
    <dsp:sp modelId="{64EA9A91-CD0E-4733-B853-4721CC5FDC4D}">
      <dsp:nvSpPr>
        <dsp:cNvPr id="0" name=""/>
        <dsp:cNvSpPr/>
      </dsp:nvSpPr>
      <dsp:spPr>
        <a:xfrm>
          <a:off x="1075496" y="2169011"/>
          <a:ext cx="1183077" cy="5915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D</a:t>
          </a:r>
          <a:endParaRPr lang="en-IN" sz="2600" kern="1200" dirty="0"/>
        </a:p>
      </dsp:txBody>
      <dsp:txXfrm>
        <a:off x="1092822" y="2186337"/>
        <a:ext cx="1148425" cy="556886"/>
      </dsp:txXfrm>
    </dsp:sp>
    <dsp:sp modelId="{BCE01792-6AC5-45E0-917D-5B925B1C5B62}">
      <dsp:nvSpPr>
        <dsp:cNvPr id="0" name=""/>
        <dsp:cNvSpPr/>
      </dsp:nvSpPr>
      <dsp:spPr>
        <a:xfrm rot="18789147">
          <a:off x="1860605" y="1698269"/>
          <a:ext cx="734850" cy="33623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kern="1200"/>
        </a:p>
      </dsp:txBody>
      <dsp:txXfrm>
        <a:off x="1961475" y="1765516"/>
        <a:ext cx="533110" cy="201740"/>
      </dsp:txXfrm>
    </dsp:sp>
    <dsp:sp modelId="{8E880021-2E06-429D-A7FF-CE766207B7DD}">
      <dsp:nvSpPr>
        <dsp:cNvPr id="0" name=""/>
        <dsp:cNvSpPr/>
      </dsp:nvSpPr>
      <dsp:spPr>
        <a:xfrm>
          <a:off x="2197488" y="972222"/>
          <a:ext cx="1183077" cy="591538"/>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US" sz="2600" kern="1200" dirty="0"/>
            <a:t>B</a:t>
          </a:r>
          <a:endParaRPr lang="en-IN" sz="2600" kern="1200" dirty="0"/>
        </a:p>
      </dsp:txBody>
      <dsp:txXfrm>
        <a:off x="2214814" y="989548"/>
        <a:ext cx="1148425" cy="556886"/>
      </dsp:txXfrm>
    </dsp:sp>
    <dsp:sp modelId="{141FC637-B734-41E4-ACA2-0C500446C81A}">
      <dsp:nvSpPr>
        <dsp:cNvPr id="0" name=""/>
        <dsp:cNvSpPr/>
      </dsp:nvSpPr>
      <dsp:spPr>
        <a:xfrm rot="19320549">
          <a:off x="3145119" y="660445"/>
          <a:ext cx="530306" cy="244671"/>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3218520" y="709379"/>
        <a:ext cx="383504" cy="146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5AA945-E505-419F-88B3-866260B99653}">
      <dsp:nvSpPr>
        <dsp:cNvPr id="0" name=""/>
        <dsp:cNvSpPr/>
      </dsp:nvSpPr>
      <dsp:spPr>
        <a:xfrm>
          <a:off x="3266395" y="3163"/>
          <a:ext cx="1314221" cy="65711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A</a:t>
          </a:r>
          <a:endParaRPr lang="en-IN" sz="2900" kern="1200" dirty="0"/>
        </a:p>
      </dsp:txBody>
      <dsp:txXfrm>
        <a:off x="3285641" y="22409"/>
        <a:ext cx="1275729" cy="618618"/>
      </dsp:txXfrm>
    </dsp:sp>
    <dsp:sp modelId="{FB9BAA6E-8885-4954-A672-BC28137DD999}">
      <dsp:nvSpPr>
        <dsp:cNvPr id="0" name=""/>
        <dsp:cNvSpPr/>
      </dsp:nvSpPr>
      <dsp:spPr>
        <a:xfrm rot="2149403">
          <a:off x="4073224" y="606707"/>
          <a:ext cx="953203" cy="274130"/>
        </a:xfrm>
        <a:prstGeom prst="lef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4155463" y="661533"/>
        <a:ext cx="788725" cy="164478"/>
      </dsp:txXfrm>
    </dsp:sp>
    <dsp:sp modelId="{F5F7DD1E-58C9-470D-A2A4-604023FFE161}">
      <dsp:nvSpPr>
        <dsp:cNvPr id="0" name=""/>
        <dsp:cNvSpPr/>
      </dsp:nvSpPr>
      <dsp:spPr>
        <a:xfrm>
          <a:off x="4734653" y="1063015"/>
          <a:ext cx="1314221" cy="65711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C</a:t>
          </a:r>
          <a:endParaRPr lang="en-IN" sz="2900" kern="1200" dirty="0"/>
        </a:p>
      </dsp:txBody>
      <dsp:txXfrm>
        <a:off x="4753899" y="1082261"/>
        <a:ext cx="1275729" cy="618618"/>
      </dsp:txXfrm>
    </dsp:sp>
    <dsp:sp modelId="{CB8F9F0D-BAE0-44E0-ADE2-5C706F542D20}">
      <dsp:nvSpPr>
        <dsp:cNvPr id="0" name=""/>
        <dsp:cNvSpPr/>
      </dsp:nvSpPr>
      <dsp:spPr>
        <a:xfrm rot="18316119" flipV="1">
          <a:off x="701717" y="3244294"/>
          <a:ext cx="1331725" cy="222383"/>
        </a:xfrm>
        <a:prstGeom prst="lef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768432" y="3288771"/>
        <a:ext cx="1198295" cy="133429"/>
      </dsp:txXfrm>
    </dsp:sp>
    <dsp:sp modelId="{3FC49267-07F4-4005-B432-97F661689DE1}">
      <dsp:nvSpPr>
        <dsp:cNvPr id="0" name=""/>
        <dsp:cNvSpPr/>
      </dsp:nvSpPr>
      <dsp:spPr>
        <a:xfrm>
          <a:off x="500059" y="3929093"/>
          <a:ext cx="1314221" cy="65711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G</a:t>
          </a:r>
          <a:endParaRPr lang="en-IN" sz="2900" kern="1200" dirty="0"/>
        </a:p>
      </dsp:txBody>
      <dsp:txXfrm>
        <a:off x="519305" y="3948339"/>
        <a:ext cx="1275729" cy="618618"/>
      </dsp:txXfrm>
    </dsp:sp>
    <dsp:sp modelId="{9E6E54C1-608E-445A-A83B-820EB19C6E8D}">
      <dsp:nvSpPr>
        <dsp:cNvPr id="0" name=""/>
        <dsp:cNvSpPr/>
      </dsp:nvSpPr>
      <dsp:spPr>
        <a:xfrm rot="13420244" flipH="1">
          <a:off x="2582370" y="4664053"/>
          <a:ext cx="1350523" cy="379492"/>
        </a:xfrm>
        <a:prstGeom prst="lef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2696218" y="4739951"/>
        <a:ext cx="1122827" cy="227696"/>
      </dsp:txXfrm>
    </dsp:sp>
    <dsp:sp modelId="{89921FF9-440B-4D45-84C4-C706A042C173}">
      <dsp:nvSpPr>
        <dsp:cNvPr id="0" name=""/>
        <dsp:cNvSpPr/>
      </dsp:nvSpPr>
      <dsp:spPr>
        <a:xfrm>
          <a:off x="4357725" y="2786090"/>
          <a:ext cx="1314221" cy="65711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E</a:t>
          </a:r>
          <a:endParaRPr lang="en-IN" sz="2900" kern="1200" dirty="0"/>
        </a:p>
      </dsp:txBody>
      <dsp:txXfrm>
        <a:off x="4376971" y="2805336"/>
        <a:ext cx="1275729" cy="618618"/>
      </dsp:txXfrm>
    </dsp:sp>
    <dsp:sp modelId="{8419B93C-D122-4D7B-B806-321E1AC02FDF}">
      <dsp:nvSpPr>
        <dsp:cNvPr id="0" name=""/>
        <dsp:cNvSpPr/>
      </dsp:nvSpPr>
      <dsp:spPr>
        <a:xfrm rot="7355604">
          <a:off x="4437268" y="2096983"/>
          <a:ext cx="1226161" cy="356744"/>
        </a:xfrm>
        <a:prstGeom prst="lef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rot="10800000">
        <a:off x="4544291" y="2168332"/>
        <a:ext cx="1012115" cy="214046"/>
      </dsp:txXfrm>
    </dsp:sp>
    <dsp:sp modelId="{64EA9A91-CD0E-4733-B853-4721CC5FDC4D}">
      <dsp:nvSpPr>
        <dsp:cNvPr id="0" name=""/>
        <dsp:cNvSpPr/>
      </dsp:nvSpPr>
      <dsp:spPr>
        <a:xfrm>
          <a:off x="1143001" y="2571765"/>
          <a:ext cx="1314221" cy="65711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D</a:t>
          </a:r>
          <a:endParaRPr lang="en-IN" sz="2900" kern="1200" dirty="0"/>
        </a:p>
      </dsp:txBody>
      <dsp:txXfrm>
        <a:off x="1162247" y="2591011"/>
        <a:ext cx="1275729" cy="618618"/>
      </dsp:txXfrm>
    </dsp:sp>
    <dsp:sp modelId="{BCE01792-6AC5-45E0-917D-5B925B1C5B62}">
      <dsp:nvSpPr>
        <dsp:cNvPr id="0" name=""/>
        <dsp:cNvSpPr/>
      </dsp:nvSpPr>
      <dsp:spPr>
        <a:xfrm rot="17934429">
          <a:off x="1738525" y="1749772"/>
          <a:ext cx="1240054" cy="373506"/>
        </a:xfrm>
        <a:prstGeom prst="lef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1850577" y="1824473"/>
        <a:ext cx="1015950" cy="224104"/>
      </dsp:txXfrm>
    </dsp:sp>
    <dsp:sp modelId="{8E880021-2E06-429D-A7FF-CE766207B7DD}">
      <dsp:nvSpPr>
        <dsp:cNvPr id="0" name=""/>
        <dsp:cNvSpPr/>
      </dsp:nvSpPr>
      <dsp:spPr>
        <a:xfrm>
          <a:off x="1998799" y="1021948"/>
          <a:ext cx="1314221" cy="657110"/>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B</a:t>
          </a:r>
          <a:endParaRPr lang="en-IN" sz="2900" kern="1200" dirty="0"/>
        </a:p>
      </dsp:txBody>
      <dsp:txXfrm>
        <a:off x="2018045" y="1041194"/>
        <a:ext cx="1275729" cy="618618"/>
      </dsp:txXfrm>
    </dsp:sp>
    <dsp:sp modelId="{141FC637-B734-41E4-ACA2-0C500446C81A}">
      <dsp:nvSpPr>
        <dsp:cNvPr id="0" name=""/>
        <dsp:cNvSpPr/>
      </dsp:nvSpPr>
      <dsp:spPr>
        <a:xfrm rot="19272640">
          <a:off x="3012263" y="601197"/>
          <a:ext cx="894888" cy="271793"/>
        </a:xfrm>
        <a:prstGeom prst="leftRigh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3093801" y="655556"/>
        <a:ext cx="731812" cy="16307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5AA945-E505-419F-88B3-866260B99653}">
      <dsp:nvSpPr>
        <dsp:cNvPr id="0" name=""/>
        <dsp:cNvSpPr/>
      </dsp:nvSpPr>
      <dsp:spPr>
        <a:xfrm>
          <a:off x="3266395" y="3163"/>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A</a:t>
          </a:r>
          <a:endParaRPr lang="en-IN" sz="2900" kern="1200" dirty="0"/>
        </a:p>
      </dsp:txBody>
      <dsp:txXfrm>
        <a:off x="3285641" y="22409"/>
        <a:ext cx="1275729" cy="618618"/>
      </dsp:txXfrm>
    </dsp:sp>
    <dsp:sp modelId="{FB9BAA6E-8885-4954-A672-BC28137DD999}">
      <dsp:nvSpPr>
        <dsp:cNvPr id="0" name=""/>
        <dsp:cNvSpPr/>
      </dsp:nvSpPr>
      <dsp:spPr>
        <a:xfrm rot="2149403">
          <a:off x="4181033" y="724579"/>
          <a:ext cx="953203" cy="27413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4263272" y="779405"/>
        <a:ext cx="788725" cy="164478"/>
      </dsp:txXfrm>
    </dsp:sp>
    <dsp:sp modelId="{F5F7DD1E-58C9-470D-A2A4-604023FFE161}">
      <dsp:nvSpPr>
        <dsp:cNvPr id="0" name=""/>
        <dsp:cNvSpPr/>
      </dsp:nvSpPr>
      <dsp:spPr>
        <a:xfrm>
          <a:off x="4734653" y="1063015"/>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C</a:t>
          </a:r>
          <a:endParaRPr lang="en-IN" sz="2900" kern="1200" dirty="0"/>
        </a:p>
      </dsp:txBody>
      <dsp:txXfrm>
        <a:off x="4753899" y="1082261"/>
        <a:ext cx="1275729" cy="618618"/>
      </dsp:txXfrm>
    </dsp:sp>
    <dsp:sp modelId="{CB8F9F0D-BAE0-44E0-ADE2-5C706F542D20}">
      <dsp:nvSpPr>
        <dsp:cNvPr id="0" name=""/>
        <dsp:cNvSpPr/>
      </dsp:nvSpPr>
      <dsp:spPr>
        <a:xfrm rot="8433826" flipV="1">
          <a:off x="419101" y="3612363"/>
          <a:ext cx="1331725" cy="22238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485816" y="3656840"/>
        <a:ext cx="1198295" cy="133429"/>
      </dsp:txXfrm>
    </dsp:sp>
    <dsp:sp modelId="{3FC49267-07F4-4005-B432-97F661689DE1}">
      <dsp:nvSpPr>
        <dsp:cNvPr id="0" name=""/>
        <dsp:cNvSpPr/>
      </dsp:nvSpPr>
      <dsp:spPr>
        <a:xfrm>
          <a:off x="500059" y="3929093"/>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G</a:t>
          </a:r>
          <a:endParaRPr lang="en-IN" sz="2900" kern="1200" dirty="0"/>
        </a:p>
      </dsp:txBody>
      <dsp:txXfrm>
        <a:off x="519305" y="3948339"/>
        <a:ext cx="1275729" cy="618618"/>
      </dsp:txXfrm>
    </dsp:sp>
    <dsp:sp modelId="{9E6E54C1-608E-445A-A83B-820EB19C6E8D}">
      <dsp:nvSpPr>
        <dsp:cNvPr id="0" name=""/>
        <dsp:cNvSpPr/>
      </dsp:nvSpPr>
      <dsp:spPr>
        <a:xfrm rot="13420244" flipH="1">
          <a:off x="2788138" y="4691181"/>
          <a:ext cx="938987" cy="32523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2885709" y="4756228"/>
        <a:ext cx="743845" cy="195142"/>
      </dsp:txXfrm>
    </dsp:sp>
    <dsp:sp modelId="{89921FF9-440B-4D45-84C4-C706A042C173}">
      <dsp:nvSpPr>
        <dsp:cNvPr id="0" name=""/>
        <dsp:cNvSpPr/>
      </dsp:nvSpPr>
      <dsp:spPr>
        <a:xfrm>
          <a:off x="4357725" y="2786090"/>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E</a:t>
          </a:r>
          <a:endParaRPr lang="en-IN" sz="2900" kern="1200" dirty="0"/>
        </a:p>
      </dsp:txBody>
      <dsp:txXfrm>
        <a:off x="4376971" y="2805336"/>
        <a:ext cx="1275729" cy="618618"/>
      </dsp:txXfrm>
    </dsp:sp>
    <dsp:sp modelId="{8419B93C-D122-4D7B-B806-321E1AC02FDF}">
      <dsp:nvSpPr>
        <dsp:cNvPr id="0" name=""/>
        <dsp:cNvSpPr/>
      </dsp:nvSpPr>
      <dsp:spPr>
        <a:xfrm rot="8191411">
          <a:off x="4292506" y="2149820"/>
          <a:ext cx="1226161" cy="35674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rot="10800000">
        <a:off x="4399529" y="2221169"/>
        <a:ext cx="1012115" cy="214046"/>
      </dsp:txXfrm>
    </dsp:sp>
    <dsp:sp modelId="{64EA9A91-CD0E-4733-B853-4721CC5FDC4D}">
      <dsp:nvSpPr>
        <dsp:cNvPr id="0" name=""/>
        <dsp:cNvSpPr/>
      </dsp:nvSpPr>
      <dsp:spPr>
        <a:xfrm>
          <a:off x="1143001" y="2571765"/>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D</a:t>
          </a:r>
          <a:endParaRPr lang="en-IN" sz="2900" kern="1200" dirty="0"/>
        </a:p>
      </dsp:txBody>
      <dsp:txXfrm>
        <a:off x="1162247" y="2591011"/>
        <a:ext cx="1275729" cy="618618"/>
      </dsp:txXfrm>
    </dsp:sp>
    <dsp:sp modelId="{BCE01792-6AC5-45E0-917D-5B925B1C5B62}">
      <dsp:nvSpPr>
        <dsp:cNvPr id="0" name=""/>
        <dsp:cNvSpPr/>
      </dsp:nvSpPr>
      <dsp:spPr>
        <a:xfrm rot="17934429">
          <a:off x="1607984" y="1938659"/>
          <a:ext cx="1240054" cy="37350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1720036" y="2013360"/>
        <a:ext cx="1015950" cy="224104"/>
      </dsp:txXfrm>
    </dsp:sp>
    <dsp:sp modelId="{8E880021-2E06-429D-A7FF-CE766207B7DD}">
      <dsp:nvSpPr>
        <dsp:cNvPr id="0" name=""/>
        <dsp:cNvSpPr/>
      </dsp:nvSpPr>
      <dsp:spPr>
        <a:xfrm>
          <a:off x="1998799" y="1021948"/>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B</a:t>
          </a:r>
          <a:endParaRPr lang="en-IN" sz="2900" kern="1200" dirty="0"/>
        </a:p>
      </dsp:txBody>
      <dsp:txXfrm>
        <a:off x="2018045" y="1041194"/>
        <a:ext cx="1275729" cy="618618"/>
      </dsp:txXfrm>
    </dsp:sp>
    <dsp:sp modelId="{141FC637-B734-41E4-ACA2-0C500446C81A}">
      <dsp:nvSpPr>
        <dsp:cNvPr id="0" name=""/>
        <dsp:cNvSpPr/>
      </dsp:nvSpPr>
      <dsp:spPr>
        <a:xfrm rot="19272640">
          <a:off x="2842264" y="705214"/>
          <a:ext cx="894888" cy="27179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2923802" y="759573"/>
        <a:ext cx="731812" cy="16307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5AA945-E505-419F-88B3-866260B99653}">
      <dsp:nvSpPr>
        <dsp:cNvPr id="0" name=""/>
        <dsp:cNvSpPr/>
      </dsp:nvSpPr>
      <dsp:spPr>
        <a:xfrm>
          <a:off x="3266395" y="3163"/>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A</a:t>
          </a:r>
          <a:endParaRPr lang="en-IN" sz="2900" kern="1200" dirty="0"/>
        </a:p>
      </dsp:txBody>
      <dsp:txXfrm>
        <a:off x="3285641" y="22409"/>
        <a:ext cx="1275729" cy="618618"/>
      </dsp:txXfrm>
    </dsp:sp>
    <dsp:sp modelId="{FB9BAA6E-8885-4954-A672-BC28137DD999}">
      <dsp:nvSpPr>
        <dsp:cNvPr id="0" name=""/>
        <dsp:cNvSpPr/>
      </dsp:nvSpPr>
      <dsp:spPr>
        <a:xfrm rot="2149403">
          <a:off x="4181033" y="724579"/>
          <a:ext cx="953203" cy="274130"/>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4263272" y="779405"/>
        <a:ext cx="788725" cy="164478"/>
      </dsp:txXfrm>
    </dsp:sp>
    <dsp:sp modelId="{F5F7DD1E-58C9-470D-A2A4-604023FFE161}">
      <dsp:nvSpPr>
        <dsp:cNvPr id="0" name=""/>
        <dsp:cNvSpPr/>
      </dsp:nvSpPr>
      <dsp:spPr>
        <a:xfrm>
          <a:off x="4734653" y="1063015"/>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C</a:t>
          </a:r>
          <a:endParaRPr lang="en-IN" sz="2900" kern="1200" dirty="0"/>
        </a:p>
      </dsp:txBody>
      <dsp:txXfrm>
        <a:off x="4753899" y="1082261"/>
        <a:ext cx="1275729" cy="618618"/>
      </dsp:txXfrm>
    </dsp:sp>
    <dsp:sp modelId="{CB8F9F0D-BAE0-44E0-ADE2-5C706F542D20}">
      <dsp:nvSpPr>
        <dsp:cNvPr id="0" name=""/>
        <dsp:cNvSpPr/>
      </dsp:nvSpPr>
      <dsp:spPr>
        <a:xfrm rot="8433826" flipV="1">
          <a:off x="419101" y="3612363"/>
          <a:ext cx="1331725" cy="22238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IN" sz="1000" kern="1200"/>
        </a:p>
      </dsp:txBody>
      <dsp:txXfrm rot="10800000">
        <a:off x="485816" y="3656840"/>
        <a:ext cx="1198295" cy="133429"/>
      </dsp:txXfrm>
    </dsp:sp>
    <dsp:sp modelId="{3FC49267-07F4-4005-B432-97F661689DE1}">
      <dsp:nvSpPr>
        <dsp:cNvPr id="0" name=""/>
        <dsp:cNvSpPr/>
      </dsp:nvSpPr>
      <dsp:spPr>
        <a:xfrm>
          <a:off x="500059" y="3929093"/>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G</a:t>
          </a:r>
          <a:endParaRPr lang="en-IN" sz="2900" kern="1200" dirty="0"/>
        </a:p>
      </dsp:txBody>
      <dsp:txXfrm>
        <a:off x="519305" y="3948339"/>
        <a:ext cx="1275729" cy="618618"/>
      </dsp:txXfrm>
    </dsp:sp>
    <dsp:sp modelId="{9E6E54C1-608E-445A-A83B-820EB19C6E8D}">
      <dsp:nvSpPr>
        <dsp:cNvPr id="0" name=""/>
        <dsp:cNvSpPr/>
      </dsp:nvSpPr>
      <dsp:spPr>
        <a:xfrm rot="13420244" flipH="1">
          <a:off x="2788138" y="4691181"/>
          <a:ext cx="938987" cy="32523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IN" sz="1400" kern="1200"/>
        </a:p>
      </dsp:txBody>
      <dsp:txXfrm>
        <a:off x="2885709" y="4756228"/>
        <a:ext cx="743845" cy="195142"/>
      </dsp:txXfrm>
    </dsp:sp>
    <dsp:sp modelId="{89921FF9-440B-4D45-84C4-C706A042C173}">
      <dsp:nvSpPr>
        <dsp:cNvPr id="0" name=""/>
        <dsp:cNvSpPr/>
      </dsp:nvSpPr>
      <dsp:spPr>
        <a:xfrm>
          <a:off x="4357725" y="2786090"/>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E</a:t>
          </a:r>
          <a:endParaRPr lang="en-IN" sz="2900" kern="1200" dirty="0"/>
        </a:p>
      </dsp:txBody>
      <dsp:txXfrm>
        <a:off x="4376971" y="2805336"/>
        <a:ext cx="1275729" cy="618618"/>
      </dsp:txXfrm>
    </dsp:sp>
    <dsp:sp modelId="{8419B93C-D122-4D7B-B806-321E1AC02FDF}">
      <dsp:nvSpPr>
        <dsp:cNvPr id="0" name=""/>
        <dsp:cNvSpPr/>
      </dsp:nvSpPr>
      <dsp:spPr>
        <a:xfrm rot="8191411">
          <a:off x="4292506" y="2149820"/>
          <a:ext cx="1226161" cy="35674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IN" sz="1600" kern="1200"/>
        </a:p>
      </dsp:txBody>
      <dsp:txXfrm rot="10800000">
        <a:off x="4399529" y="2221169"/>
        <a:ext cx="1012115" cy="214046"/>
      </dsp:txXfrm>
    </dsp:sp>
    <dsp:sp modelId="{64EA9A91-CD0E-4733-B853-4721CC5FDC4D}">
      <dsp:nvSpPr>
        <dsp:cNvPr id="0" name=""/>
        <dsp:cNvSpPr/>
      </dsp:nvSpPr>
      <dsp:spPr>
        <a:xfrm>
          <a:off x="1143001" y="2571765"/>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D</a:t>
          </a:r>
          <a:endParaRPr lang="en-IN" sz="2900" kern="1200" dirty="0"/>
        </a:p>
      </dsp:txBody>
      <dsp:txXfrm>
        <a:off x="1162247" y="2591011"/>
        <a:ext cx="1275729" cy="618618"/>
      </dsp:txXfrm>
    </dsp:sp>
    <dsp:sp modelId="{BCE01792-6AC5-45E0-917D-5B925B1C5B62}">
      <dsp:nvSpPr>
        <dsp:cNvPr id="0" name=""/>
        <dsp:cNvSpPr/>
      </dsp:nvSpPr>
      <dsp:spPr>
        <a:xfrm rot="17934429">
          <a:off x="1607984" y="1938659"/>
          <a:ext cx="1240054" cy="373506"/>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55650">
            <a:lnSpc>
              <a:spcPct val="90000"/>
            </a:lnSpc>
            <a:spcBef>
              <a:spcPct val="0"/>
            </a:spcBef>
            <a:spcAft>
              <a:spcPct val="35000"/>
            </a:spcAft>
            <a:buNone/>
          </a:pPr>
          <a:endParaRPr lang="en-IN" sz="1700" kern="1200"/>
        </a:p>
      </dsp:txBody>
      <dsp:txXfrm>
        <a:off x="1720036" y="2013360"/>
        <a:ext cx="1015950" cy="224104"/>
      </dsp:txXfrm>
    </dsp:sp>
    <dsp:sp modelId="{8E880021-2E06-429D-A7FF-CE766207B7DD}">
      <dsp:nvSpPr>
        <dsp:cNvPr id="0" name=""/>
        <dsp:cNvSpPr/>
      </dsp:nvSpPr>
      <dsp:spPr>
        <a:xfrm>
          <a:off x="1998799" y="1021948"/>
          <a:ext cx="1314221" cy="657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B</a:t>
          </a:r>
          <a:endParaRPr lang="en-IN" sz="2900" kern="1200" dirty="0"/>
        </a:p>
      </dsp:txBody>
      <dsp:txXfrm>
        <a:off x="2018045" y="1041194"/>
        <a:ext cx="1275729" cy="618618"/>
      </dsp:txXfrm>
    </dsp:sp>
    <dsp:sp modelId="{141FC637-B734-41E4-ACA2-0C500446C81A}">
      <dsp:nvSpPr>
        <dsp:cNvPr id="0" name=""/>
        <dsp:cNvSpPr/>
      </dsp:nvSpPr>
      <dsp:spPr>
        <a:xfrm rot="19272640">
          <a:off x="2842264" y="705214"/>
          <a:ext cx="894888" cy="27179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kern="1200"/>
        </a:p>
      </dsp:txBody>
      <dsp:txXfrm>
        <a:off x="2923802" y="759573"/>
        <a:ext cx="731812" cy="163075"/>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AutoShape 1">
            <a:extLst>
              <a:ext uri="{FF2B5EF4-FFF2-40B4-BE49-F238E27FC236}">
                <a16:creationId xmlns:a16="http://schemas.microsoft.com/office/drawing/2014/main" id="{C746D627-0E9E-B3E3-0E4E-D6CB16E7C7AE}"/>
              </a:ext>
            </a:extLst>
          </p:cNvPr>
          <p:cNvSpPr>
            <a:spLocks noChangeArrowheads="1"/>
          </p:cNvSpPr>
          <p:nvPr/>
        </p:nvSpPr>
        <p:spPr bwMode="auto">
          <a:xfrm>
            <a:off x="0" y="0"/>
            <a:ext cx="7034213" cy="9294813"/>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IN" altLang="en-US"/>
          </a:p>
        </p:txBody>
      </p:sp>
      <p:sp>
        <p:nvSpPr>
          <p:cNvPr id="2051" name="Rectangle 2">
            <a:extLst>
              <a:ext uri="{FF2B5EF4-FFF2-40B4-BE49-F238E27FC236}">
                <a16:creationId xmlns:a16="http://schemas.microsoft.com/office/drawing/2014/main" id="{A20F9C79-AE1C-3B83-A07F-005350BE5F3E}"/>
              </a:ext>
            </a:extLst>
          </p:cNvPr>
          <p:cNvSpPr>
            <a:spLocks noGrp="1" noChangeArrowheads="1"/>
          </p:cNvSpPr>
          <p:nvPr>
            <p:ph type="sldImg"/>
          </p:nvPr>
        </p:nvSpPr>
        <p:spPr bwMode="auto">
          <a:xfrm>
            <a:off x="1208088" y="596900"/>
            <a:ext cx="4630737" cy="347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2" name="Rectangle 3">
            <a:extLst>
              <a:ext uri="{FF2B5EF4-FFF2-40B4-BE49-F238E27FC236}">
                <a16:creationId xmlns:a16="http://schemas.microsoft.com/office/drawing/2014/main" id="{3A38DC68-CA13-A3BD-BAB4-710059FBC8DC}"/>
              </a:ext>
            </a:extLst>
          </p:cNvPr>
          <p:cNvSpPr>
            <a:spLocks noGrp="1" noChangeArrowheads="1"/>
          </p:cNvSpPr>
          <p:nvPr>
            <p:ph type="body"/>
          </p:nvPr>
        </p:nvSpPr>
        <p:spPr bwMode="auto">
          <a:xfrm>
            <a:off x="528638" y="4416425"/>
            <a:ext cx="6061075" cy="4181475"/>
          </a:xfrm>
          <a:prstGeom prst="rect">
            <a:avLst/>
          </a:prstGeom>
          <a:noFill/>
          <a:ln w="9525">
            <a:noFill/>
            <a:round/>
            <a:headEnd/>
            <a:tailEnd/>
          </a:ln>
          <a:effectLst/>
        </p:spPr>
        <p:txBody>
          <a:bodyPr vert="horz" wrap="square" lIns="92520" tIns="45360" rIns="92520" bIns="45360" numCol="1" anchor="t" anchorCtr="0" compatLnSpc="1">
            <a:prstTxWarp prst="textNoShape">
              <a:avLst/>
            </a:prstTxWarp>
          </a:bodyPr>
          <a:lstStyle/>
          <a:p>
            <a:pPr lvl="0"/>
            <a:endParaRPr lang="en-US" noProof="0"/>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41E2FF1E-596E-9689-0250-C9E5F86285A7}"/>
              </a:ext>
            </a:extLst>
          </p:cNvPr>
          <p:cNvSpPr>
            <a:spLocks noGrp="1" noRot="1" noChangeAspect="1" noChangeArrowheads="1" noTextEdit="1"/>
          </p:cNvSpPr>
          <p:nvPr>
            <p:ph type="sldImg"/>
          </p:nvPr>
        </p:nvSpPr>
        <p:spPr/>
      </p:sp>
      <p:sp>
        <p:nvSpPr>
          <p:cNvPr id="18435" name="Notes Placeholder 2">
            <a:extLst>
              <a:ext uri="{FF2B5EF4-FFF2-40B4-BE49-F238E27FC236}">
                <a16:creationId xmlns:a16="http://schemas.microsoft.com/office/drawing/2014/main" id="{2C6AAF58-5777-6B91-A249-7802B298D3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8C85A525-1462-0297-5E31-059306AA123B}"/>
              </a:ext>
            </a:extLst>
          </p:cNvPr>
          <p:cNvSpPr>
            <a:spLocks noGrp="1" noRot="1" noChangeAspect="1" noChangeArrowheads="1" noTextEdit="1"/>
          </p:cNvSpPr>
          <p:nvPr>
            <p:ph type="sldImg"/>
          </p:nvPr>
        </p:nvSpPr>
        <p:spPr/>
      </p:sp>
      <p:sp>
        <p:nvSpPr>
          <p:cNvPr id="20483" name="Notes Placeholder 2">
            <a:extLst>
              <a:ext uri="{FF2B5EF4-FFF2-40B4-BE49-F238E27FC236}">
                <a16:creationId xmlns:a16="http://schemas.microsoft.com/office/drawing/2014/main" id="{090837A2-986C-1EA9-608B-91A967059F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N"/>
          </a:p>
        </p:txBody>
      </p:sp>
    </p:spTree>
    <p:extLst>
      <p:ext uri="{BB962C8B-B14F-4D97-AF65-F5344CB8AC3E}">
        <p14:creationId xmlns:p14="http://schemas.microsoft.com/office/powerpoint/2010/main" val="2337888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96762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396011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143000"/>
            <a:ext cx="3846513" cy="36274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84713" y="1143000"/>
            <a:ext cx="3848100" cy="36274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6302326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85061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865520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425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49304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5956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651798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2250" y="152400"/>
            <a:ext cx="1960563" cy="46180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152400"/>
            <a:ext cx="5734050" cy="46180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9925489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958850" cy="3440113"/>
          </a:xfrm>
        </p:spPr>
        <p:txBody>
          <a:bodyPr/>
          <a:lstStyle/>
          <a:p>
            <a:r>
              <a:rPr lang="en-US"/>
              <a:t>Click to edit Master title style</a:t>
            </a:r>
            <a:endParaRPr lang="en-IN"/>
          </a:p>
        </p:txBody>
      </p:sp>
    </p:spTree>
    <p:extLst>
      <p:ext uri="{BB962C8B-B14F-4D97-AF65-F5344CB8AC3E}">
        <p14:creationId xmlns:p14="http://schemas.microsoft.com/office/powerpoint/2010/main" val="3652772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1">
            <a:extLst>
              <a:ext uri="{FF2B5EF4-FFF2-40B4-BE49-F238E27FC236}">
                <a16:creationId xmlns:a16="http://schemas.microsoft.com/office/drawing/2014/main" id="{FD31E03B-4343-0320-97FD-F3EE92A37595}"/>
              </a:ext>
            </a:extLst>
          </p:cNvPr>
          <p:cNvSpPr>
            <a:spLocks noGrp="1" noChangeArrowheads="1"/>
          </p:cNvSpPr>
          <p:nvPr>
            <p:ph type="title"/>
          </p:nvPr>
        </p:nvSpPr>
        <p:spPr bwMode="auto">
          <a:xfrm>
            <a:off x="762000" y="152400"/>
            <a:ext cx="958850" cy="344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3360" tIns="25560" rIns="63360" bIns="25560" numCol="1" anchor="t" anchorCtr="0" compatLnSpc="1">
            <a:prstTxWarp prst="textNoShape">
              <a:avLst/>
            </a:prstTxWarp>
          </a:bodyPr>
          <a:lstStyle/>
          <a:p>
            <a:pPr lvl="0"/>
            <a:r>
              <a:rPr lang="en-GB" altLang="en-US"/>
              <a:t>Click to edit the title text format</a:t>
            </a:r>
          </a:p>
        </p:txBody>
      </p:sp>
      <p:sp>
        <p:nvSpPr>
          <p:cNvPr id="1027" name="Rectangle 2">
            <a:extLst>
              <a:ext uri="{FF2B5EF4-FFF2-40B4-BE49-F238E27FC236}">
                <a16:creationId xmlns:a16="http://schemas.microsoft.com/office/drawing/2014/main" id="{6E9E7567-2491-6641-FA64-8C533775FA1A}"/>
              </a:ext>
            </a:extLst>
          </p:cNvPr>
          <p:cNvSpPr>
            <a:spLocks noGrp="1" noChangeArrowheads="1"/>
          </p:cNvSpPr>
          <p:nvPr>
            <p:ph type="body" idx="1"/>
          </p:nvPr>
        </p:nvSpPr>
        <p:spPr bwMode="auto">
          <a:xfrm>
            <a:off x="685800" y="1143000"/>
            <a:ext cx="7847013" cy="362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63360" tIns="25560" rIns="63360" bIns="2556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a:p>
            <a:pPr lvl="4"/>
            <a:r>
              <a:rPr lang="en-GB" altLang="en-US"/>
              <a:t>Eighth Outline Level</a:t>
            </a:r>
          </a:p>
          <a:p>
            <a:pPr lvl="4"/>
            <a:r>
              <a:rPr lang="en-GB" altLang="en-US"/>
              <a:t>Ninth Outline Level</a:t>
            </a:r>
          </a:p>
        </p:txBody>
      </p:sp>
      <p:sp>
        <p:nvSpPr>
          <p:cNvPr id="1028" name="Rectangle 3">
            <a:extLst>
              <a:ext uri="{FF2B5EF4-FFF2-40B4-BE49-F238E27FC236}">
                <a16:creationId xmlns:a16="http://schemas.microsoft.com/office/drawing/2014/main" id="{6764F232-10E0-E302-E5B8-C6B4B247DF9B}"/>
              </a:ext>
            </a:extLst>
          </p:cNvPr>
          <p:cNvSpPr>
            <a:spLocks noChangeArrowheads="1"/>
          </p:cNvSpPr>
          <p:nvPr/>
        </p:nvSpPr>
        <p:spPr bwMode="auto">
          <a:xfrm>
            <a:off x="271463" y="6515100"/>
            <a:ext cx="1044575" cy="265113"/>
          </a:xfrm>
          <a:prstGeom prst="rect">
            <a:avLst/>
          </a:prstGeom>
          <a:noFill/>
          <a:ln>
            <a:noFill/>
          </a:ln>
        </p:spPr>
        <p:txBody>
          <a:bodyPr wrap="none" lIns="63360" tIns="25560" rIns="63360" bIns="25560">
            <a:spAutoFit/>
          </a:bodyPr>
          <a:lstStyle>
            <a:lvl1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1pPr>
            <a:lvl2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2pPr>
            <a:lvl3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3pPr>
            <a:lvl4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4pPr>
            <a:lvl5pPr>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ea typeface="Lucida Sans Unicode" panose="020B0602030504020204" pitchFamily="34" charset="0"/>
                <a:cs typeface="Lucida Sans Unicode" panose="020B0602030504020204" pitchFamily="34" charset="0"/>
              </a:defRPr>
            </a:lvl9pPr>
          </a:lstStyle>
          <a:p>
            <a:pPr>
              <a:defRPr/>
            </a:pPr>
            <a:endParaRPr lang="en-US" sz="1400" b="1">
              <a:solidFill>
                <a:srgbClr val="FFCC00"/>
              </a:solidFill>
            </a:endParaRPr>
          </a:p>
        </p:txBody>
      </p:sp>
      <p:sp>
        <p:nvSpPr>
          <p:cNvPr id="1029" name="Rectangle 4">
            <a:extLst>
              <a:ext uri="{FF2B5EF4-FFF2-40B4-BE49-F238E27FC236}">
                <a16:creationId xmlns:a16="http://schemas.microsoft.com/office/drawing/2014/main" id="{D2BBCAB5-262C-98F1-D796-DE809CF9BE73}"/>
              </a:ext>
            </a:extLst>
          </p:cNvPr>
          <p:cNvSpPr>
            <a:spLocks noChangeArrowheads="1"/>
          </p:cNvSpPr>
          <p:nvPr/>
        </p:nvSpPr>
        <p:spPr bwMode="auto">
          <a:xfrm>
            <a:off x="8310563" y="6477000"/>
            <a:ext cx="933450" cy="265113"/>
          </a:xfrm>
          <a:prstGeom prst="rect">
            <a:avLst/>
          </a:prstGeom>
          <a:noFill/>
          <a:ln>
            <a:noFill/>
          </a:ln>
        </p:spPr>
        <p:txBody>
          <a:bodyPr wrap="none" lIns="63360" tIns="25560" rIns="63360" bIns="2556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5pPr>
            <a:lvl6pPr marL="25146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6pPr>
            <a:lvl7pPr marL="29718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7pPr>
            <a:lvl8pPr marL="34290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8pPr>
            <a:lvl9pPr marL="3886200" indent="-228600" defTabSz="4572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bg1"/>
                </a:solidFill>
                <a:latin typeface="Times New Roman" panose="02020603050405020304" pitchFamily="18" charset="0"/>
                <a:cs typeface="Lucida Sans Unicode" panose="020B0602030504020204" pitchFamily="34" charset="0"/>
              </a:defRPr>
            </a:lvl9pPr>
          </a:lstStyle>
          <a:p>
            <a:pPr>
              <a:buClr>
                <a:srgbClr val="000000"/>
              </a:buClr>
              <a:buSzPct val="100000"/>
              <a:buFont typeface="Times New Roman" panose="02020603050405020304" pitchFamily="18" charset="0"/>
              <a:buNone/>
              <a:defRPr/>
            </a:pPr>
            <a:fld id="{4667D1F4-BBF4-4D16-928B-E3097613CA28}" type="slidenum">
              <a:rPr lang="en-US" altLang="en-US" sz="1400" b="1" smtClean="0">
                <a:solidFill>
                  <a:srgbClr val="0332B7"/>
                </a:solidFill>
              </a:rPr>
              <a:pPr>
                <a:buClr>
                  <a:srgbClr val="000000"/>
                </a:buClr>
                <a:buSzPct val="100000"/>
                <a:buFont typeface="Times New Roman" panose="02020603050405020304" pitchFamily="18" charset="0"/>
                <a:buNone/>
                <a:defRPr/>
              </a:pPr>
              <a:t>‹#›</a:t>
            </a:fld>
            <a:endParaRPr lang="en-US" altLang="en-US" sz="1400" b="1">
              <a:solidFill>
                <a:srgbClr val="0332B7"/>
              </a:solidFill>
            </a:endParaRPr>
          </a:p>
        </p:txBody>
      </p:sp>
      <p:sp>
        <p:nvSpPr>
          <p:cNvPr id="1030" name="Line 5">
            <a:extLst>
              <a:ext uri="{FF2B5EF4-FFF2-40B4-BE49-F238E27FC236}">
                <a16:creationId xmlns:a16="http://schemas.microsoft.com/office/drawing/2014/main" id="{E14DCB8E-F290-0152-516C-2F11542837FF}"/>
              </a:ext>
            </a:extLst>
          </p:cNvPr>
          <p:cNvSpPr>
            <a:spLocks noChangeShapeType="1"/>
          </p:cNvSpPr>
          <p:nvPr/>
        </p:nvSpPr>
        <p:spPr bwMode="auto">
          <a:xfrm>
            <a:off x="685800" y="685800"/>
            <a:ext cx="7943850" cy="1588"/>
          </a:xfrm>
          <a:prstGeom prst="line">
            <a:avLst/>
          </a:prstGeom>
          <a:noFill/>
          <a:ln w="57240">
            <a:solidFill>
              <a:srgbClr val="FFCC00"/>
            </a:solidFill>
            <a:miter lim="800000"/>
            <a:headEnd/>
            <a:tailEnd/>
          </a:ln>
          <a:extLst>
            <a:ext uri="{909E8E84-426E-40DD-AFC4-6F175D3DCCD1}">
              <a14:hiddenFill xmlns:a14="http://schemas.microsoft.com/office/drawing/2010/main">
                <a:noFill/>
              </a14:hiddenFill>
            </a:ext>
          </a:extLst>
        </p:spPr>
        <p:txBody>
          <a:bodyPr/>
          <a:lstStyle/>
          <a:p>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457200" rtl="0" eaLnBrk="0" fontAlgn="base" hangingPunct="0">
        <a:lnSpc>
          <a:spcPct val="87000"/>
        </a:lnSpc>
        <a:spcBef>
          <a:spcPct val="0"/>
        </a:spcBef>
        <a:spcAft>
          <a:spcPct val="0"/>
        </a:spcAft>
        <a:buClr>
          <a:srgbClr val="000000"/>
        </a:buClr>
        <a:buSzPct val="100000"/>
        <a:buFont typeface="Times New Roman" panose="02020603050405020304" pitchFamily="18" charset="0"/>
        <a:defRPr sz="3200" b="1">
          <a:solidFill>
            <a:srgbClr val="063DE8"/>
          </a:solidFill>
          <a:latin typeface="+mj-lt"/>
          <a:ea typeface="+mj-ea"/>
          <a:cs typeface="+mj-cs"/>
        </a:defRPr>
      </a:lvl1pPr>
      <a:lvl2pPr algn="l" defTabSz="457200" rtl="0" eaLnBrk="0" fontAlgn="base" hangingPunct="0">
        <a:lnSpc>
          <a:spcPct val="87000"/>
        </a:lnSpc>
        <a:spcBef>
          <a:spcPct val="0"/>
        </a:spcBef>
        <a:spcAft>
          <a:spcPct val="0"/>
        </a:spcAft>
        <a:buClr>
          <a:srgbClr val="000000"/>
        </a:buClr>
        <a:buSzPct val="100000"/>
        <a:buFont typeface="Times New Roman" panose="02020603050405020304" pitchFamily="18" charset="0"/>
        <a:defRPr sz="3200" b="1">
          <a:solidFill>
            <a:srgbClr val="063DE8"/>
          </a:solidFill>
          <a:latin typeface="Arial" charset="0"/>
          <a:ea typeface="Lucida Sans Unicode" charset="0"/>
          <a:cs typeface="Lucida Sans Unicode" charset="0"/>
        </a:defRPr>
      </a:lvl2pPr>
      <a:lvl3pPr algn="l" defTabSz="457200" rtl="0" eaLnBrk="0" fontAlgn="base" hangingPunct="0">
        <a:lnSpc>
          <a:spcPct val="87000"/>
        </a:lnSpc>
        <a:spcBef>
          <a:spcPct val="0"/>
        </a:spcBef>
        <a:spcAft>
          <a:spcPct val="0"/>
        </a:spcAft>
        <a:buClr>
          <a:srgbClr val="000000"/>
        </a:buClr>
        <a:buSzPct val="100000"/>
        <a:buFont typeface="Times New Roman" panose="02020603050405020304" pitchFamily="18" charset="0"/>
        <a:defRPr sz="3200" b="1">
          <a:solidFill>
            <a:srgbClr val="063DE8"/>
          </a:solidFill>
          <a:latin typeface="Arial" charset="0"/>
          <a:ea typeface="Lucida Sans Unicode" charset="0"/>
          <a:cs typeface="Lucida Sans Unicode" charset="0"/>
        </a:defRPr>
      </a:lvl3pPr>
      <a:lvl4pPr algn="l" defTabSz="457200" rtl="0" eaLnBrk="0" fontAlgn="base" hangingPunct="0">
        <a:lnSpc>
          <a:spcPct val="87000"/>
        </a:lnSpc>
        <a:spcBef>
          <a:spcPct val="0"/>
        </a:spcBef>
        <a:spcAft>
          <a:spcPct val="0"/>
        </a:spcAft>
        <a:buClr>
          <a:srgbClr val="000000"/>
        </a:buClr>
        <a:buSzPct val="100000"/>
        <a:buFont typeface="Times New Roman" panose="02020603050405020304" pitchFamily="18" charset="0"/>
        <a:defRPr sz="3200" b="1">
          <a:solidFill>
            <a:srgbClr val="063DE8"/>
          </a:solidFill>
          <a:latin typeface="Arial" charset="0"/>
          <a:ea typeface="Lucida Sans Unicode" charset="0"/>
          <a:cs typeface="Lucida Sans Unicode" charset="0"/>
        </a:defRPr>
      </a:lvl4pPr>
      <a:lvl5pPr algn="l" defTabSz="457200" rtl="0" eaLnBrk="0" fontAlgn="base" hangingPunct="0">
        <a:lnSpc>
          <a:spcPct val="87000"/>
        </a:lnSpc>
        <a:spcBef>
          <a:spcPct val="0"/>
        </a:spcBef>
        <a:spcAft>
          <a:spcPct val="0"/>
        </a:spcAft>
        <a:buClr>
          <a:srgbClr val="000000"/>
        </a:buClr>
        <a:buSzPct val="100000"/>
        <a:buFont typeface="Times New Roman" panose="02020603050405020304" pitchFamily="18" charset="0"/>
        <a:defRPr sz="3200" b="1">
          <a:solidFill>
            <a:srgbClr val="063DE8"/>
          </a:solidFill>
          <a:latin typeface="Arial" charset="0"/>
          <a:ea typeface="Lucida Sans Unicode" charset="0"/>
          <a:cs typeface="Lucida Sans Unicode" charset="0"/>
        </a:defRPr>
      </a:lvl5pPr>
      <a:lvl6pPr marL="2514600" indent="-228600" algn="l" defTabSz="457200" rtl="0" eaLnBrk="0" fontAlgn="base" hangingPunct="0">
        <a:lnSpc>
          <a:spcPct val="87000"/>
        </a:lnSpc>
        <a:spcBef>
          <a:spcPct val="0"/>
        </a:spcBef>
        <a:spcAft>
          <a:spcPct val="0"/>
        </a:spcAft>
        <a:buClr>
          <a:srgbClr val="000000"/>
        </a:buClr>
        <a:buSzPct val="100000"/>
        <a:buFont typeface="Times New Roman" pitchFamily="16" charset="0"/>
        <a:defRPr sz="3200" b="1">
          <a:solidFill>
            <a:srgbClr val="063DE8"/>
          </a:solidFill>
          <a:latin typeface="Arial" charset="0"/>
          <a:ea typeface="Lucida Sans Unicode" charset="0"/>
          <a:cs typeface="Lucida Sans Unicode" charset="0"/>
        </a:defRPr>
      </a:lvl6pPr>
      <a:lvl7pPr marL="2971800" indent="-228600" algn="l" defTabSz="457200" rtl="0" eaLnBrk="0" fontAlgn="base" hangingPunct="0">
        <a:lnSpc>
          <a:spcPct val="87000"/>
        </a:lnSpc>
        <a:spcBef>
          <a:spcPct val="0"/>
        </a:spcBef>
        <a:spcAft>
          <a:spcPct val="0"/>
        </a:spcAft>
        <a:buClr>
          <a:srgbClr val="000000"/>
        </a:buClr>
        <a:buSzPct val="100000"/>
        <a:buFont typeface="Times New Roman" pitchFamily="16" charset="0"/>
        <a:defRPr sz="3200" b="1">
          <a:solidFill>
            <a:srgbClr val="063DE8"/>
          </a:solidFill>
          <a:latin typeface="Arial" charset="0"/>
          <a:ea typeface="Lucida Sans Unicode" charset="0"/>
          <a:cs typeface="Lucida Sans Unicode" charset="0"/>
        </a:defRPr>
      </a:lvl7pPr>
      <a:lvl8pPr marL="3429000" indent="-228600" algn="l" defTabSz="457200" rtl="0" eaLnBrk="0" fontAlgn="base" hangingPunct="0">
        <a:lnSpc>
          <a:spcPct val="87000"/>
        </a:lnSpc>
        <a:spcBef>
          <a:spcPct val="0"/>
        </a:spcBef>
        <a:spcAft>
          <a:spcPct val="0"/>
        </a:spcAft>
        <a:buClr>
          <a:srgbClr val="000000"/>
        </a:buClr>
        <a:buSzPct val="100000"/>
        <a:buFont typeface="Times New Roman" pitchFamily="16" charset="0"/>
        <a:defRPr sz="3200" b="1">
          <a:solidFill>
            <a:srgbClr val="063DE8"/>
          </a:solidFill>
          <a:latin typeface="Arial" charset="0"/>
          <a:ea typeface="Lucida Sans Unicode" charset="0"/>
          <a:cs typeface="Lucida Sans Unicode" charset="0"/>
        </a:defRPr>
      </a:lvl8pPr>
      <a:lvl9pPr marL="3886200" indent="-228600" algn="l" defTabSz="457200" rtl="0" eaLnBrk="0" fontAlgn="base" hangingPunct="0">
        <a:lnSpc>
          <a:spcPct val="87000"/>
        </a:lnSpc>
        <a:spcBef>
          <a:spcPct val="0"/>
        </a:spcBef>
        <a:spcAft>
          <a:spcPct val="0"/>
        </a:spcAft>
        <a:buClr>
          <a:srgbClr val="000000"/>
        </a:buClr>
        <a:buSzPct val="100000"/>
        <a:buFont typeface="Times New Roman" pitchFamily="16" charset="0"/>
        <a:defRPr sz="3200" b="1">
          <a:solidFill>
            <a:srgbClr val="063DE8"/>
          </a:solidFill>
          <a:latin typeface="Arial" charset="0"/>
          <a:ea typeface="Lucida Sans Unicode" charset="0"/>
          <a:cs typeface="Lucida Sans Unicode" charset="0"/>
        </a:defRPr>
      </a:lvl9pPr>
    </p:titleStyle>
    <p:bodyStyle>
      <a:lvl1pPr marL="342900" indent="-342900" algn="l" defTabSz="457200" rtl="0" eaLnBrk="0" fontAlgn="base" hangingPunct="0">
        <a:lnSpc>
          <a:spcPct val="75000"/>
        </a:lnSpc>
        <a:spcBef>
          <a:spcPts val="2600"/>
        </a:spcBef>
        <a:spcAft>
          <a:spcPct val="0"/>
        </a:spcAft>
        <a:buClr>
          <a:srgbClr val="000000"/>
        </a:buClr>
        <a:buSzPct val="100000"/>
        <a:buFont typeface="Times New Roman" panose="02020603050405020304" pitchFamily="18" charset="0"/>
        <a:buChar char="•"/>
        <a:defRPr sz="3200" b="1">
          <a:solidFill>
            <a:srgbClr val="000000"/>
          </a:solidFill>
          <a:latin typeface="+mn-lt"/>
          <a:ea typeface="+mn-ea"/>
          <a:cs typeface="+mn-cs"/>
        </a:defRPr>
      </a:lvl1pPr>
      <a:lvl2pPr marL="742950" indent="-285750" algn="l" defTabSz="457200" rtl="0" eaLnBrk="0" fontAlgn="base" hangingPunct="0">
        <a:lnSpc>
          <a:spcPct val="85000"/>
        </a:lnSpc>
        <a:spcBef>
          <a:spcPts val="1400"/>
        </a:spcBef>
        <a:spcAft>
          <a:spcPct val="0"/>
        </a:spcAft>
        <a:buClr>
          <a:srgbClr val="000000"/>
        </a:buClr>
        <a:buSzPct val="100000"/>
        <a:buFont typeface="Times New Roman" panose="02020603050405020304" pitchFamily="18" charset="0"/>
        <a:buChar char="–"/>
        <a:defRPr sz="2800" b="1">
          <a:solidFill>
            <a:srgbClr val="000000"/>
          </a:solidFill>
          <a:latin typeface="+mn-lt"/>
          <a:ea typeface="+mn-ea"/>
          <a:cs typeface="+mn-cs"/>
        </a:defRPr>
      </a:lvl2pPr>
      <a:lvl3pPr marL="1143000" indent="-228600" algn="l" defTabSz="457200" rtl="0" eaLnBrk="0" fontAlgn="base" hangingPunct="0">
        <a:lnSpc>
          <a:spcPct val="85000"/>
        </a:lnSpc>
        <a:spcBef>
          <a:spcPts val="1200"/>
        </a:spcBef>
        <a:spcAft>
          <a:spcPct val="0"/>
        </a:spcAft>
        <a:buClr>
          <a:srgbClr val="000000"/>
        </a:buClr>
        <a:buSzPct val="100000"/>
        <a:buFont typeface="Times New Roman" panose="02020603050405020304" pitchFamily="18" charset="0"/>
        <a:buChar char="•"/>
        <a:defRPr sz="2400" b="1">
          <a:solidFill>
            <a:srgbClr val="000000"/>
          </a:solidFill>
          <a:latin typeface="+mn-lt"/>
          <a:ea typeface="+mn-ea"/>
          <a:cs typeface="+mn-cs"/>
        </a:defRPr>
      </a:lvl3pPr>
      <a:lvl4pPr marL="16002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itchFamily="16" charset="0"/>
          <a:ea typeface="+mn-ea"/>
          <a:cs typeface="+mn-cs"/>
        </a:defRPr>
      </a:lvl4pPr>
      <a:lvl5pPr marL="2057400" indent="-228600" algn="l" defTabSz="457200" rtl="0" eaLnBrk="0" fontAlgn="base" hangingPunct="0">
        <a:spcBef>
          <a:spcPts val="500"/>
        </a:spcBef>
        <a:spcAft>
          <a:spcPct val="0"/>
        </a:spcAft>
        <a:buClr>
          <a:srgbClr val="000000"/>
        </a:buClr>
        <a:buSzPct val="100000"/>
        <a:buFont typeface="Times New Roman" panose="02020603050405020304" pitchFamily="18" charset="0"/>
        <a:buChar char="»"/>
        <a:defRPr sz="2000">
          <a:solidFill>
            <a:srgbClr val="000000"/>
          </a:solidFill>
          <a:latin typeface="Times New Roman" pitchFamily="16" charset="0"/>
          <a:ea typeface="+mn-ea"/>
          <a:cs typeface="+mn-cs"/>
        </a:defRPr>
      </a:lvl5pPr>
      <a:lvl6pPr marL="25146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mn-cs"/>
        </a:defRPr>
      </a:lvl6pPr>
      <a:lvl7pPr marL="29718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mn-cs"/>
        </a:defRPr>
      </a:lvl7pPr>
      <a:lvl8pPr marL="34290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mn-cs"/>
        </a:defRPr>
      </a:lvl8pPr>
      <a:lvl9pPr marL="3886200" indent="-228600" algn="l" defTabSz="457200" rtl="0" eaLnBrk="0" fontAlgn="base" hangingPunct="0">
        <a:spcBef>
          <a:spcPts val="500"/>
        </a:spcBef>
        <a:spcAft>
          <a:spcPct val="0"/>
        </a:spcAft>
        <a:buClr>
          <a:srgbClr val="000000"/>
        </a:buClr>
        <a:buSzPct val="100000"/>
        <a:buFont typeface="Times New Roman" pitchFamily="16" charset="0"/>
        <a:defRPr sz="2000">
          <a:solidFill>
            <a:srgbClr val="000000"/>
          </a:solidFill>
          <a:latin typeface="Times New Roman" pitchFamily="16" charset="0"/>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Content Placeholder 2">
            <a:extLst>
              <a:ext uri="{FF2B5EF4-FFF2-40B4-BE49-F238E27FC236}">
                <a16:creationId xmlns:a16="http://schemas.microsoft.com/office/drawing/2014/main" id="{3F6F4A8C-22BE-D1A3-E007-85E7FA0A6F1D}"/>
              </a:ext>
            </a:extLst>
          </p:cNvPr>
          <p:cNvSpPr>
            <a:spLocks noGrp="1" noChangeArrowheads="1"/>
          </p:cNvSpPr>
          <p:nvPr>
            <p:ph idx="1"/>
          </p:nvPr>
        </p:nvSpPr>
        <p:spPr/>
        <p:txBody>
          <a:bodyPr/>
          <a:lstStyle/>
          <a:p>
            <a:pPr algn="ctr">
              <a:buFont typeface="Times New Roman" panose="02020603050405020304" pitchFamily="18" charset="0"/>
              <a:buNone/>
            </a:pPr>
            <a:endParaRPr lang="en-US" altLang="en-US"/>
          </a:p>
          <a:p>
            <a:pPr algn="ctr">
              <a:buFont typeface="Times New Roman" panose="02020603050405020304" pitchFamily="18" charset="0"/>
              <a:buNone/>
            </a:pPr>
            <a:endParaRPr lang="en-US" altLang="en-US"/>
          </a:p>
          <a:p>
            <a:pPr algn="ctr">
              <a:buFont typeface="Times New Roman" panose="02020603050405020304" pitchFamily="18" charset="0"/>
              <a:buNone/>
            </a:pPr>
            <a:r>
              <a:rPr lang="en-US" altLang="en-US"/>
              <a:t>Trees</a:t>
            </a:r>
          </a:p>
          <a:p>
            <a:pPr>
              <a:buFont typeface="Times New Roman" panose="02020603050405020304" pitchFamily="18" charset="0"/>
              <a:buNone/>
            </a:pPr>
            <a:endParaRPr lang="en-I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ED635BBC-5DE5-8A98-36FF-B2FE1CCB1CFD}"/>
              </a:ext>
            </a:extLst>
          </p:cNvPr>
          <p:cNvSpPr>
            <a:spLocks noGrp="1" noChangeArrowheads="1"/>
          </p:cNvSpPr>
          <p:nvPr>
            <p:ph type="title"/>
          </p:nvPr>
        </p:nvSpPr>
        <p:spPr>
          <a:xfrm>
            <a:off x="762000" y="152400"/>
            <a:ext cx="4953000" cy="3440113"/>
          </a:xfrm>
        </p:spPr>
        <p:txBody>
          <a:bodyPr/>
          <a:lstStyle/>
          <a:p>
            <a:r>
              <a:rPr lang="en-US" altLang="en-US">
                <a:ea typeface="SimSun" panose="02010600030101010101" pitchFamily="2" charset="-122"/>
              </a:rPr>
              <a:t>Tree</a:t>
            </a:r>
            <a:r>
              <a:rPr lang="en-US" altLang="en-US"/>
              <a:t> Overview</a:t>
            </a:r>
          </a:p>
        </p:txBody>
      </p:sp>
      <p:sp>
        <p:nvSpPr>
          <p:cNvPr id="4099" name="Rectangle 3">
            <a:extLst>
              <a:ext uri="{FF2B5EF4-FFF2-40B4-BE49-F238E27FC236}">
                <a16:creationId xmlns:a16="http://schemas.microsoft.com/office/drawing/2014/main" id="{A822F87E-59CC-F1FC-749D-D4C5E25E8750}"/>
              </a:ext>
            </a:extLst>
          </p:cNvPr>
          <p:cNvSpPr>
            <a:spLocks noGrp="1" noChangeArrowheads="1"/>
          </p:cNvSpPr>
          <p:nvPr>
            <p:ph type="body" idx="1"/>
          </p:nvPr>
        </p:nvSpPr>
        <p:spPr>
          <a:xfrm>
            <a:off x="642938" y="642938"/>
            <a:ext cx="7847012" cy="4500562"/>
          </a:xfrm>
        </p:spPr>
        <p:txBody>
          <a:bodyPr/>
          <a:lstStyle/>
          <a:p>
            <a:endParaRPr lang="en-US" altLang="en-US" sz="1800" b="0">
              <a:latin typeface="Times New Roman" panose="02020603050405020304" pitchFamily="18" charset="0"/>
              <a:cs typeface="Times New Roman" panose="02020603050405020304" pitchFamily="18" charset="0"/>
            </a:endParaRPr>
          </a:p>
          <a:p>
            <a:r>
              <a:rPr lang="en-US" altLang="en-US" sz="1800" b="0">
                <a:latin typeface="Times New Roman" panose="02020603050405020304" pitchFamily="18" charset="0"/>
                <a:cs typeface="Times New Roman" panose="02020603050405020304" pitchFamily="18" charset="0"/>
              </a:rPr>
              <a:t>A tree is mainly used to represent data containing a hierarchical relationship between elements e.g records, Family trees.</a:t>
            </a:r>
          </a:p>
          <a:p>
            <a:pPr>
              <a:buFont typeface="Times New Roman" panose="02020603050405020304" pitchFamily="18" charset="0"/>
              <a:buNone/>
            </a:pPr>
            <a:r>
              <a:rPr lang="en-US" altLang="en-US" sz="2000">
                <a:latin typeface="Times New Roman" panose="02020603050405020304" pitchFamily="18" charset="0"/>
                <a:cs typeface="Times New Roman" panose="02020603050405020304" pitchFamily="18" charset="0"/>
              </a:rPr>
              <a:t>Binary Trees:</a:t>
            </a:r>
          </a:p>
          <a:p>
            <a:r>
              <a:rPr lang="en-US" altLang="en-US" sz="1800" b="0">
                <a:latin typeface="Times New Roman" panose="02020603050405020304" pitchFamily="18" charset="0"/>
                <a:cs typeface="Times New Roman" panose="02020603050405020304" pitchFamily="18" charset="0"/>
              </a:rPr>
              <a:t>A Binary Tree T is defined as a finite set of elements called nodes such that:</a:t>
            </a:r>
          </a:p>
          <a:p>
            <a:pPr>
              <a:buFont typeface="Times New Roman" panose="02020603050405020304" pitchFamily="18" charset="0"/>
              <a:buNone/>
            </a:pPr>
            <a:r>
              <a:rPr lang="en-US" altLang="en-US" sz="1800" b="0">
                <a:latin typeface="Times New Roman" panose="02020603050405020304" pitchFamily="18" charset="0"/>
                <a:cs typeface="Times New Roman" panose="02020603050405020304" pitchFamily="18" charset="0"/>
              </a:rPr>
              <a:t>				1) T is empty(Called Null tree or empty tree), OR</a:t>
            </a:r>
          </a:p>
          <a:p>
            <a:pPr>
              <a:buFont typeface="Times New Roman" panose="02020603050405020304" pitchFamily="18" charset="0"/>
              <a:buNone/>
            </a:pPr>
            <a:r>
              <a:rPr lang="en-US" altLang="en-US" sz="1800" b="0">
                <a:latin typeface="Times New Roman" panose="02020603050405020304" pitchFamily="18" charset="0"/>
                <a:cs typeface="Times New Roman" panose="02020603050405020304" pitchFamily="18" charset="0"/>
              </a:rPr>
              <a:t>				2) T contains a distinguished node R, Called the root of T, and the remaining nodes of T form an ordered pair of disjoint binary trees T1 and T2.</a:t>
            </a:r>
          </a:p>
          <a:p>
            <a:pPr>
              <a:buFont typeface="Times New Roman" panose="02020603050405020304" pitchFamily="18" charset="0"/>
              <a:buNone/>
            </a:pPr>
            <a:r>
              <a:rPr lang="en-US" altLang="en-US" sz="1800" b="0">
                <a:latin typeface="Times New Roman" panose="02020603050405020304" pitchFamily="18" charset="0"/>
                <a:cs typeface="Times New Roman" panose="02020603050405020304" pitchFamily="18" charset="0"/>
              </a:rPr>
              <a:t>If T does Contains a root R, then the two trees T1 and T2 are called respectively the left and right sub trees of R.</a:t>
            </a:r>
            <a:endParaRPr lang="en-US" altLang="en-US" sz="1400" b="0">
              <a:latin typeface="Times New Roman" panose="02020603050405020304" pitchFamily="18" charset="0"/>
              <a:cs typeface="Times New Roman" panose="02020603050405020304" pitchFamily="18" charset="0"/>
            </a:endParaRPr>
          </a:p>
          <a:p>
            <a:endParaRPr lang="en-US" altLang="en-US" sz="1800" b="0">
              <a:latin typeface="Times New Roman" panose="02020603050405020304" pitchFamily="18" charset="0"/>
              <a:cs typeface="Times New Roman" panose="02020603050405020304" pitchFamily="18" charset="0"/>
            </a:endParaRPr>
          </a:p>
          <a:p>
            <a:endParaRPr lang="en-US" altLang="en-US" sz="1800" b="0">
              <a:latin typeface="Times New Roman" panose="02020603050405020304" pitchFamily="18" charset="0"/>
              <a:cs typeface="Times New Roman" panose="02020603050405020304" pitchFamily="18" charset="0"/>
            </a:endParaRPr>
          </a:p>
          <a:p>
            <a:endParaRPr lang="en-US" altLang="en-US" sz="1800" b="0">
              <a:latin typeface="Times New Roman" panose="02020603050405020304" pitchFamily="18" charset="0"/>
              <a:cs typeface="Times New Roman" panose="02020603050405020304" pitchFamily="18" charset="0"/>
            </a:endParaRPr>
          </a:p>
        </p:txBody>
      </p:sp>
      <p:pic>
        <p:nvPicPr>
          <p:cNvPr id="4100" name="Picture 2">
            <a:extLst>
              <a:ext uri="{FF2B5EF4-FFF2-40B4-BE49-F238E27FC236}">
                <a16:creationId xmlns:a16="http://schemas.microsoft.com/office/drawing/2014/main" id="{43A444EB-95CF-C8B7-3B70-7DB811DD7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2063" y="4611688"/>
            <a:ext cx="2652712" cy="204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12A686-2098-F96D-1CCB-329F3219B31C}"/>
              </a:ext>
            </a:extLst>
          </p:cNvPr>
          <p:cNvSpPr>
            <a:spLocks noGrp="1"/>
          </p:cNvSpPr>
          <p:nvPr>
            <p:ph idx="1"/>
          </p:nvPr>
        </p:nvSpPr>
        <p:spPr>
          <a:xfrm>
            <a:off x="685800" y="1143000"/>
            <a:ext cx="7847013" cy="5072063"/>
          </a:xfrm>
        </p:spPr>
        <p:txBody>
          <a:bodyPr/>
          <a:lstStyle/>
          <a:p>
            <a:pPr>
              <a:buFont typeface="Times New Roman" pitchFamily="16" charset="0"/>
              <a:buChar char="•"/>
              <a:defRPr/>
            </a:pPr>
            <a:r>
              <a:rPr lang="en-US" sz="1800" b="0" dirty="0">
                <a:latin typeface="Times New Roman" pitchFamily="18" charset="0"/>
                <a:cs typeface="Times New Roman" pitchFamily="18" charset="0"/>
              </a:rPr>
              <a:t>Any node N in a binary tree has either 0,1 or 2 successors.</a:t>
            </a:r>
          </a:p>
          <a:p>
            <a:pPr>
              <a:buFont typeface="Times New Roman" pitchFamily="16" charset="0"/>
              <a:buChar char="•"/>
              <a:defRPr/>
            </a:pPr>
            <a:r>
              <a:rPr lang="en-US" sz="1800" b="0" dirty="0">
                <a:latin typeface="Times New Roman" pitchFamily="18" charset="0"/>
                <a:cs typeface="Times New Roman" pitchFamily="18" charset="0"/>
              </a:rPr>
              <a:t>The nodes with no successors are called terminal nodes.</a:t>
            </a:r>
          </a:p>
          <a:p>
            <a:pPr>
              <a:buFont typeface="Times New Roman" pitchFamily="16" charset="0"/>
              <a:buChar char="•"/>
              <a:defRPr/>
            </a:pPr>
            <a:r>
              <a:rPr lang="en-US" sz="1800" b="0" dirty="0">
                <a:latin typeface="Times New Roman" pitchFamily="18" charset="0"/>
                <a:cs typeface="Times New Roman" pitchFamily="18" charset="0"/>
              </a:rPr>
              <a:t>Binary trees T and T’ are said to be similar if they have the same structure or in other words they have the same shape.</a:t>
            </a:r>
          </a:p>
          <a:p>
            <a:pPr>
              <a:buFont typeface="Times New Roman" pitchFamily="16" charset="0"/>
              <a:buChar char="•"/>
              <a:defRPr/>
            </a:pPr>
            <a:r>
              <a:rPr lang="en-US" sz="1800" b="0" dirty="0">
                <a:latin typeface="Times New Roman" pitchFamily="18" charset="0"/>
                <a:cs typeface="Times New Roman" pitchFamily="18" charset="0"/>
              </a:rPr>
              <a:t>The trees are said to be copies if they are similar and if they have the same contents at the corresponding nodes.</a:t>
            </a:r>
          </a:p>
          <a:p>
            <a:pPr marL="0" indent="0">
              <a:buFont typeface="Times New Roman" panose="02020603050405020304" pitchFamily="18" charset="0"/>
              <a:buNone/>
              <a:defRPr/>
            </a:pPr>
            <a:r>
              <a:rPr lang="en-US" sz="2000" dirty="0">
                <a:latin typeface="Times New Roman" pitchFamily="18" charset="0"/>
                <a:cs typeface="Times New Roman" pitchFamily="18" charset="0"/>
              </a:rPr>
              <a:t>Terminology</a:t>
            </a:r>
          </a:p>
          <a:p>
            <a:pPr marL="0" indent="0">
              <a:buFont typeface="Times New Roman" panose="02020603050405020304" pitchFamily="18" charset="0"/>
              <a:buNone/>
              <a:defRPr/>
            </a:pPr>
            <a:r>
              <a:rPr lang="en-US" sz="1800" b="0" dirty="0">
                <a:latin typeface="Times New Roman" pitchFamily="18" charset="0"/>
                <a:cs typeface="Times New Roman" pitchFamily="18" charset="0"/>
              </a:rPr>
              <a:t>Suppose N is a node in T with left successor S1 and right successor S2. Then N is called the parent (or father) of S1 and S2.</a:t>
            </a:r>
          </a:p>
          <a:p>
            <a:pPr marL="0" indent="0">
              <a:buFont typeface="Times New Roman" panose="02020603050405020304" pitchFamily="18" charset="0"/>
              <a:buNone/>
              <a:defRPr/>
            </a:pPr>
            <a:r>
              <a:rPr lang="en-US" sz="1800" b="0" dirty="0">
                <a:latin typeface="Times New Roman" pitchFamily="18" charset="0"/>
                <a:cs typeface="Times New Roman" pitchFamily="18" charset="0"/>
              </a:rPr>
              <a:t>S1 is called left child of N, and S2 is called right child of N.</a:t>
            </a:r>
          </a:p>
          <a:p>
            <a:pPr marL="0" indent="0">
              <a:buFont typeface="Times New Roman" panose="02020603050405020304" pitchFamily="18" charset="0"/>
              <a:buNone/>
              <a:defRPr/>
            </a:pPr>
            <a:r>
              <a:rPr lang="en-US" sz="1800" b="0" dirty="0">
                <a:latin typeface="Times New Roman" pitchFamily="18" charset="0"/>
                <a:cs typeface="Times New Roman" pitchFamily="18" charset="0"/>
              </a:rPr>
              <a:t>S1 and S2 are said to be siblings( or brothers).</a:t>
            </a:r>
          </a:p>
          <a:p>
            <a:pPr marL="0" indent="0">
              <a:buFont typeface="Times New Roman" panose="02020603050405020304" pitchFamily="18" charset="0"/>
              <a:buNone/>
              <a:defRPr/>
            </a:pPr>
            <a:r>
              <a:rPr lang="en-US" sz="1800" b="0" dirty="0">
                <a:latin typeface="Times New Roman" pitchFamily="18" charset="0"/>
                <a:cs typeface="Times New Roman" pitchFamily="18" charset="0"/>
              </a:rPr>
              <a:t>Every node N in binary tree, except root has unique parent, called predecessor of 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Content Placeholder 2">
            <a:extLst>
              <a:ext uri="{FF2B5EF4-FFF2-40B4-BE49-F238E27FC236}">
                <a16:creationId xmlns:a16="http://schemas.microsoft.com/office/drawing/2014/main" id="{FFA1AA14-3A20-CD51-9B07-D542DB3543E2}"/>
              </a:ext>
            </a:extLst>
          </p:cNvPr>
          <p:cNvSpPr>
            <a:spLocks noGrp="1" noChangeArrowheads="1"/>
          </p:cNvSpPr>
          <p:nvPr>
            <p:ph idx="1"/>
          </p:nvPr>
        </p:nvSpPr>
        <p:spPr>
          <a:xfrm>
            <a:off x="539750" y="765175"/>
            <a:ext cx="7993063" cy="5449888"/>
          </a:xfrm>
        </p:spPr>
        <p:txBody>
          <a:bodyPr/>
          <a:lstStyle/>
          <a:p>
            <a:r>
              <a:rPr lang="en-US" altLang="en-US" sz="1800" b="0">
                <a:latin typeface="Times New Roman" panose="02020603050405020304" pitchFamily="18" charset="0"/>
                <a:cs typeface="Times New Roman" panose="02020603050405020304" pitchFamily="18" charset="0"/>
              </a:rPr>
              <a:t>The line drawn from a node N of T to a successor is called </a:t>
            </a:r>
            <a:r>
              <a:rPr lang="en-US" altLang="en-US" sz="1800">
                <a:latin typeface="Times New Roman" panose="02020603050405020304" pitchFamily="18" charset="0"/>
                <a:cs typeface="Times New Roman" panose="02020603050405020304" pitchFamily="18" charset="0"/>
              </a:rPr>
              <a:t>an edge</a:t>
            </a:r>
          </a:p>
          <a:p>
            <a:r>
              <a:rPr lang="en-US" altLang="en-US" sz="1800" b="0">
                <a:latin typeface="Times New Roman" panose="02020603050405020304" pitchFamily="18" charset="0"/>
                <a:cs typeface="Times New Roman" panose="02020603050405020304" pitchFamily="18" charset="0"/>
              </a:rPr>
              <a:t>The sequence of  consecutive edges is called </a:t>
            </a:r>
            <a:r>
              <a:rPr lang="en-US" altLang="en-US" sz="1800">
                <a:latin typeface="Times New Roman" panose="02020603050405020304" pitchFamily="18" charset="0"/>
                <a:cs typeface="Times New Roman" panose="02020603050405020304" pitchFamily="18" charset="0"/>
              </a:rPr>
              <a:t>a path.</a:t>
            </a:r>
          </a:p>
          <a:p>
            <a:r>
              <a:rPr lang="en-US" altLang="en-US" sz="1800" b="0">
                <a:latin typeface="Times New Roman" panose="02020603050405020304" pitchFamily="18" charset="0"/>
                <a:cs typeface="Times New Roman" panose="02020603050405020304" pitchFamily="18" charset="0"/>
              </a:rPr>
              <a:t>A terminal node is called </a:t>
            </a:r>
            <a:r>
              <a:rPr lang="en-US" altLang="en-US" sz="1800">
                <a:latin typeface="Times New Roman" panose="02020603050405020304" pitchFamily="18" charset="0"/>
                <a:cs typeface="Times New Roman" panose="02020603050405020304" pitchFamily="18" charset="0"/>
              </a:rPr>
              <a:t>a Leaf.</a:t>
            </a:r>
          </a:p>
          <a:p>
            <a:r>
              <a:rPr lang="en-US" altLang="en-US" sz="1800" b="0">
                <a:latin typeface="Times New Roman" panose="02020603050405020304" pitchFamily="18" charset="0"/>
                <a:cs typeface="Times New Roman" panose="02020603050405020304" pitchFamily="18" charset="0"/>
              </a:rPr>
              <a:t>A path ending in leaf is called </a:t>
            </a:r>
            <a:r>
              <a:rPr lang="en-US" altLang="en-US" sz="1800">
                <a:latin typeface="Times New Roman" panose="02020603050405020304" pitchFamily="18" charset="0"/>
                <a:cs typeface="Times New Roman" panose="02020603050405020304" pitchFamily="18" charset="0"/>
              </a:rPr>
              <a:t>a Branch.</a:t>
            </a:r>
          </a:p>
          <a:p>
            <a:r>
              <a:rPr lang="en-US" altLang="en-US" sz="1800" b="0">
                <a:latin typeface="Times New Roman" panose="02020603050405020304" pitchFamily="18" charset="0"/>
                <a:cs typeface="Times New Roman" panose="02020603050405020304" pitchFamily="18" charset="0"/>
              </a:rPr>
              <a:t>Every node in binary tree T is assigned </a:t>
            </a:r>
            <a:r>
              <a:rPr lang="en-US" altLang="en-US" sz="1800">
                <a:latin typeface="Times New Roman" panose="02020603050405020304" pitchFamily="18" charset="0"/>
                <a:cs typeface="Times New Roman" panose="02020603050405020304" pitchFamily="18" charset="0"/>
              </a:rPr>
              <a:t>a level number. </a:t>
            </a:r>
            <a:r>
              <a:rPr lang="en-US" altLang="en-US" sz="1800" b="0">
                <a:latin typeface="Times New Roman" panose="02020603050405020304" pitchFamily="18" charset="0"/>
                <a:cs typeface="Times New Roman" panose="02020603050405020304" pitchFamily="18" charset="0"/>
              </a:rPr>
              <a:t>The root R of the tree T is assigned the level number 0 and every other node is assigned a level number which is 1 more than the level number of its parent. Further the nodes with same level number are said to belong to the same generation.</a:t>
            </a:r>
          </a:p>
          <a:p>
            <a:pPr>
              <a:buFont typeface="Times New Roman" panose="02020603050405020304" pitchFamily="18" charset="0"/>
              <a:buNone/>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Content Placeholder 2">
            <a:extLst>
              <a:ext uri="{FF2B5EF4-FFF2-40B4-BE49-F238E27FC236}">
                <a16:creationId xmlns:a16="http://schemas.microsoft.com/office/drawing/2014/main" id="{C9F09777-1BAE-1E4C-4903-2DE494C17B79}"/>
              </a:ext>
            </a:extLst>
          </p:cNvPr>
          <p:cNvSpPr>
            <a:spLocks noGrp="1" noChangeArrowheads="1"/>
          </p:cNvSpPr>
          <p:nvPr>
            <p:ph idx="1"/>
          </p:nvPr>
        </p:nvSpPr>
        <p:spPr>
          <a:xfrm>
            <a:off x="685800" y="1143000"/>
            <a:ext cx="7847013" cy="5381625"/>
          </a:xfrm>
        </p:spPr>
        <p:txBody>
          <a:bodyPr/>
          <a:lstStyle/>
          <a:p>
            <a:r>
              <a:rPr lang="en-US" altLang="en-US" sz="2400" b="0"/>
              <a:t>The </a:t>
            </a:r>
            <a:r>
              <a:rPr lang="en-US" altLang="en-US" sz="2400"/>
              <a:t>depth</a:t>
            </a:r>
            <a:r>
              <a:rPr lang="en-US" altLang="en-US" sz="2400" b="0"/>
              <a:t> of a node is the number of edges from the node to the </a:t>
            </a:r>
            <a:r>
              <a:rPr lang="en-US" altLang="en-US" sz="2400"/>
              <a:t>tree's</a:t>
            </a:r>
            <a:r>
              <a:rPr lang="en-US" altLang="en-US" sz="2400" b="0"/>
              <a:t> root node. A root node will have a </a:t>
            </a:r>
            <a:r>
              <a:rPr lang="en-US" altLang="en-US" sz="2400"/>
              <a:t>depth</a:t>
            </a:r>
            <a:r>
              <a:rPr lang="en-US" altLang="en-US" sz="2400" b="0"/>
              <a:t> of 0. </a:t>
            </a:r>
          </a:p>
          <a:p>
            <a:r>
              <a:rPr lang="en-US" altLang="en-US" sz="2400" b="0"/>
              <a:t>The </a:t>
            </a:r>
            <a:r>
              <a:rPr lang="en-US" altLang="en-US" sz="2400"/>
              <a:t>height</a:t>
            </a:r>
            <a:r>
              <a:rPr lang="en-US" altLang="en-US" sz="2400" b="0"/>
              <a:t> of a node is the number of edges on the longest path from the node to a leaf. A leaf node will have a </a:t>
            </a:r>
            <a:r>
              <a:rPr lang="en-US" altLang="en-US" sz="2400"/>
              <a:t>height</a:t>
            </a:r>
            <a:r>
              <a:rPr lang="en-US" altLang="en-US" sz="2400" b="0"/>
              <a:t> of 0</a:t>
            </a:r>
            <a:endParaRPr lang="en-US"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Binary Tree">
            <a:extLst>
              <a:ext uri="{FF2B5EF4-FFF2-40B4-BE49-F238E27FC236}">
                <a16:creationId xmlns:a16="http://schemas.microsoft.com/office/drawing/2014/main" id="{F0246477-72C4-A822-E297-E1D79C2BB3A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76263" y="692150"/>
            <a:ext cx="7991475" cy="5689600"/>
          </a:xfrm>
          <a:noFill/>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AF52D4C6-489B-8A78-852B-8CED9771272C}"/>
              </a:ext>
            </a:extLst>
          </p:cNvPr>
          <p:cNvSpPr>
            <a:spLocks noGrp="1" noChangeArrowheads="1"/>
          </p:cNvSpPr>
          <p:nvPr>
            <p:ph type="title"/>
          </p:nvPr>
        </p:nvSpPr>
        <p:spPr>
          <a:xfrm>
            <a:off x="260350" y="263525"/>
            <a:ext cx="8272463" cy="955675"/>
          </a:xfrm>
        </p:spPr>
        <p:txBody>
          <a:bodyPr/>
          <a:lstStyle/>
          <a:p>
            <a:pPr eaLnBrk="1" hangingPunct="1"/>
            <a:r>
              <a:rPr lang="en-US" altLang="en-US" u="sng"/>
              <a:t>Binary Tree</a:t>
            </a:r>
          </a:p>
        </p:txBody>
      </p:sp>
      <p:sp>
        <p:nvSpPr>
          <p:cNvPr id="3" name="Content Placeholder 2">
            <a:extLst>
              <a:ext uri="{FF2B5EF4-FFF2-40B4-BE49-F238E27FC236}">
                <a16:creationId xmlns:a16="http://schemas.microsoft.com/office/drawing/2014/main" id="{41623D03-11FF-DA68-D356-671BCAD8CA6E}"/>
              </a:ext>
            </a:extLst>
          </p:cNvPr>
          <p:cNvSpPr>
            <a:spLocks noGrp="1"/>
          </p:cNvSpPr>
          <p:nvPr>
            <p:ph sz="quarter" idx="1"/>
          </p:nvPr>
        </p:nvSpPr>
        <p:spPr>
          <a:xfrm>
            <a:off x="0" y="1125538"/>
            <a:ext cx="6019800" cy="5275262"/>
          </a:xfrm>
        </p:spPr>
        <p:txBody>
          <a:bodyPr>
            <a:normAutofit fontScale="47500" lnSpcReduction="20000"/>
          </a:bodyPr>
          <a:lstStyle/>
          <a:p>
            <a:pPr marL="548640" indent="-274320" algn="just" eaLnBrk="1" fontAlgn="auto" hangingPunct="1">
              <a:lnSpc>
                <a:spcPct val="170000"/>
              </a:lnSpc>
              <a:spcBef>
                <a:spcPts val="580"/>
              </a:spcBef>
              <a:spcAft>
                <a:spcPts val="0"/>
              </a:spcAft>
              <a:buFont typeface="Wingdings 2"/>
              <a:buChar char=""/>
              <a:defRPr/>
            </a:pPr>
            <a:r>
              <a:rPr lang="en-US" b="0" dirty="0"/>
              <a:t>A binary tree is made of nodes, where each node contains a "left" reference, a "right" reference, and a data element. </a:t>
            </a:r>
          </a:p>
          <a:p>
            <a:pPr marL="548640" indent="-274320" algn="just" eaLnBrk="1" fontAlgn="auto" hangingPunct="1">
              <a:lnSpc>
                <a:spcPct val="170000"/>
              </a:lnSpc>
              <a:spcBef>
                <a:spcPts val="580"/>
              </a:spcBef>
              <a:spcAft>
                <a:spcPts val="0"/>
              </a:spcAft>
              <a:buFont typeface="Wingdings 2"/>
              <a:buChar char=""/>
              <a:defRPr/>
            </a:pPr>
            <a:r>
              <a:rPr lang="en-US" b="0" dirty="0"/>
              <a:t>The topmost node in the tree is called the root. </a:t>
            </a:r>
          </a:p>
          <a:p>
            <a:pPr marL="548640" indent="-274320" algn="just" eaLnBrk="1" fontAlgn="auto" hangingPunct="1">
              <a:lnSpc>
                <a:spcPct val="170000"/>
              </a:lnSpc>
              <a:spcBef>
                <a:spcPts val="580"/>
              </a:spcBef>
              <a:spcAft>
                <a:spcPts val="0"/>
              </a:spcAft>
              <a:buFont typeface="Wingdings 2"/>
              <a:buChar char=""/>
              <a:defRPr/>
            </a:pPr>
            <a:r>
              <a:rPr lang="en-US" b="0" dirty="0"/>
              <a:t>Every node (excluding a root) in a tree is connected by a directed edge from exactly one other node. This node is called a parent. </a:t>
            </a:r>
          </a:p>
          <a:p>
            <a:pPr marL="548640" indent="-274320" algn="just" eaLnBrk="1" fontAlgn="auto" hangingPunct="1">
              <a:lnSpc>
                <a:spcPct val="170000"/>
              </a:lnSpc>
              <a:spcBef>
                <a:spcPts val="580"/>
              </a:spcBef>
              <a:spcAft>
                <a:spcPts val="0"/>
              </a:spcAft>
              <a:buFont typeface="Wingdings 2"/>
              <a:buChar char=""/>
              <a:defRPr/>
            </a:pPr>
            <a:r>
              <a:rPr lang="en-US" b="0" dirty="0"/>
              <a:t>On the other hand, each node can be connected </a:t>
            </a:r>
            <a:r>
              <a:rPr lang="en-US" b="0" dirty="0" err="1"/>
              <a:t>atmost</a:t>
            </a:r>
            <a:r>
              <a:rPr lang="en-US" b="0" dirty="0"/>
              <a:t> two children nodes.</a:t>
            </a:r>
          </a:p>
          <a:p>
            <a:pPr marL="548640" indent="-274320" algn="just" eaLnBrk="1" fontAlgn="auto" hangingPunct="1">
              <a:lnSpc>
                <a:spcPct val="170000"/>
              </a:lnSpc>
              <a:spcBef>
                <a:spcPts val="580"/>
              </a:spcBef>
              <a:spcAft>
                <a:spcPts val="0"/>
              </a:spcAft>
              <a:buFont typeface="Wingdings 2"/>
              <a:buChar char=""/>
              <a:defRPr/>
            </a:pPr>
            <a:r>
              <a:rPr lang="en-US" b="0" dirty="0"/>
              <a:t>Nodes with no children are called leaves, or external nodes. </a:t>
            </a:r>
          </a:p>
          <a:p>
            <a:pPr marL="548640" indent="-274320" algn="just" eaLnBrk="1" fontAlgn="auto" hangingPunct="1">
              <a:lnSpc>
                <a:spcPct val="170000"/>
              </a:lnSpc>
              <a:spcBef>
                <a:spcPts val="580"/>
              </a:spcBef>
              <a:spcAft>
                <a:spcPts val="0"/>
              </a:spcAft>
              <a:buFont typeface="Wingdings 2"/>
              <a:buChar char=""/>
              <a:defRPr/>
            </a:pPr>
            <a:r>
              <a:rPr lang="en-US" b="0" dirty="0"/>
              <a:t>Nodes which are not leaves are called internal nodes. Nodes with the same parent are called siblings. </a:t>
            </a:r>
          </a:p>
        </p:txBody>
      </p:sp>
      <p:pic>
        <p:nvPicPr>
          <p:cNvPr id="9220" name="Picture 2" descr="https://www.cs.cmu.edu/%7Eadamchik/15-121/lectures/Trees/pix/binaryTree.bmp">
            <a:extLst>
              <a:ext uri="{FF2B5EF4-FFF2-40B4-BE49-F238E27FC236}">
                <a16:creationId xmlns:a16="http://schemas.microsoft.com/office/drawing/2014/main" id="{89AE7E10-B638-FFD8-059C-FFB9628312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676400"/>
            <a:ext cx="3124200"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1BFA98-E823-A8A1-D95D-3B1075EF6352}"/>
              </a:ext>
            </a:extLst>
          </p:cNvPr>
          <p:cNvSpPr>
            <a:spLocks noGrp="1"/>
          </p:cNvSpPr>
          <p:nvPr>
            <p:ph idx="1"/>
          </p:nvPr>
        </p:nvSpPr>
        <p:spPr>
          <a:xfrm>
            <a:off x="323850" y="1143000"/>
            <a:ext cx="8496300" cy="5165725"/>
          </a:xfrm>
        </p:spPr>
        <p:txBody>
          <a:bodyPr/>
          <a:lstStyle/>
          <a:p>
            <a:pPr>
              <a:buFont typeface="Times New Roman" pitchFamily="16" charset="0"/>
              <a:buNone/>
              <a:defRPr/>
            </a:pPr>
            <a:r>
              <a:rPr lang="en-US" sz="4000" dirty="0">
                <a:latin typeface="Times New Roman" pitchFamily="18" charset="0"/>
                <a:cs typeface="Times New Roman" pitchFamily="18" charset="0"/>
              </a:rPr>
              <a:t>Complete Binary Tree:</a:t>
            </a:r>
          </a:p>
          <a:p>
            <a:pPr>
              <a:buFont typeface="Times New Roman" panose="02020603050405020304" pitchFamily="18" charset="0"/>
              <a:buNone/>
              <a:defRPr/>
            </a:pPr>
            <a:r>
              <a:rPr lang="en-US" sz="2000" b="0" dirty="0">
                <a:latin typeface="Times New Roman" pitchFamily="18" charset="0"/>
                <a:cs typeface="Times New Roman" pitchFamily="18" charset="0"/>
              </a:rPr>
              <a:t>1) 	Each Node of T can have at most 2 children. Accordingly one can show that level r of T can have at most </a:t>
            </a:r>
            <a:r>
              <a:rPr lang="en-IN" sz="2000" dirty="0"/>
              <a:t>2</a:t>
            </a:r>
            <a:r>
              <a:rPr lang="en-IN" sz="2000" baseline="30000" dirty="0"/>
              <a:t>r</a:t>
            </a:r>
            <a:r>
              <a:rPr lang="en-US" sz="2000" b="0" dirty="0">
                <a:latin typeface="Times New Roman" pitchFamily="18" charset="0"/>
                <a:cs typeface="Times New Roman" pitchFamily="18" charset="0"/>
              </a:rPr>
              <a:t> nodes.</a:t>
            </a:r>
          </a:p>
          <a:p>
            <a:pPr>
              <a:buFont typeface="Times New Roman" pitchFamily="16" charset="0"/>
              <a:buAutoNum type="arabicParenR" startAt="2"/>
              <a:defRPr/>
            </a:pPr>
            <a:r>
              <a:rPr lang="en-US" sz="2000" b="0" dirty="0">
                <a:latin typeface="Times New Roman" pitchFamily="18" charset="0"/>
                <a:cs typeface="Times New Roman" pitchFamily="18" charset="0"/>
              </a:rPr>
              <a:t>The tree is said to be complete if all its levels except possibly the last have the maximum number of possible nodes, and if all the nodes at the last level appear as far left as possible.</a:t>
            </a:r>
            <a:r>
              <a:rPr lang="en-US" sz="2000" dirty="0">
                <a:latin typeface="Times New Roman" pitchFamily="18" charset="0"/>
                <a:cs typeface="Times New Roman" pitchFamily="18" charset="0"/>
              </a:rPr>
              <a:t> </a:t>
            </a:r>
          </a:p>
          <a:p>
            <a:pPr marL="457200" indent="-457200">
              <a:buFont typeface="Times New Roman" pitchFamily="16" charset="0"/>
              <a:buAutoNum type="arabicParenR" startAt="2"/>
              <a:defRPr/>
            </a:pPr>
            <a:r>
              <a:rPr lang="en-US" sz="2000" b="0" dirty="0">
                <a:latin typeface="Times New Roman" pitchFamily="18" charset="0"/>
                <a:cs typeface="Times New Roman" pitchFamily="18" charset="0"/>
              </a:rPr>
              <a:t>One can easily determine the children of node K are (2*K, 2*K+1), respectively, And parent of any node K is K/2.</a:t>
            </a:r>
          </a:p>
          <a:p>
            <a:pPr marL="0" indent="0">
              <a:buFont typeface="Times New Roman" panose="02020603050405020304" pitchFamily="18" charset="0"/>
              <a:buNone/>
              <a:defRPr/>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E3B95138-42BE-C861-E721-05CA8CD811D1}"/>
              </a:ext>
            </a:extLst>
          </p:cNvPr>
          <p:cNvSpPr>
            <a:spLocks noGrp="1" noChangeArrowheads="1"/>
          </p:cNvSpPr>
          <p:nvPr>
            <p:ph type="title"/>
          </p:nvPr>
        </p:nvSpPr>
        <p:spPr>
          <a:xfrm>
            <a:off x="762000" y="152400"/>
            <a:ext cx="6310313" cy="3440113"/>
          </a:xfrm>
        </p:spPr>
        <p:txBody>
          <a:bodyPr/>
          <a:lstStyle/>
          <a:p>
            <a:r>
              <a:rPr lang="en-US" altLang="en-US"/>
              <a:t>Extended Binary Trees: 2-Trees</a:t>
            </a:r>
            <a:endParaRPr lang="en-IN" altLang="en-US"/>
          </a:p>
        </p:txBody>
      </p:sp>
      <p:sp>
        <p:nvSpPr>
          <p:cNvPr id="8195" name="Content Placeholder 2">
            <a:extLst>
              <a:ext uri="{FF2B5EF4-FFF2-40B4-BE49-F238E27FC236}">
                <a16:creationId xmlns:a16="http://schemas.microsoft.com/office/drawing/2014/main" id="{0BFF488E-FE9C-61A3-5AAD-1417FF114850}"/>
              </a:ext>
            </a:extLst>
          </p:cNvPr>
          <p:cNvSpPr>
            <a:spLocks noGrp="1"/>
          </p:cNvSpPr>
          <p:nvPr>
            <p:ph idx="1"/>
          </p:nvPr>
        </p:nvSpPr>
        <p:spPr>
          <a:xfrm>
            <a:off x="107950" y="1143000"/>
            <a:ext cx="8424863" cy="5562600"/>
          </a:xfrm>
        </p:spPr>
        <p:txBody>
          <a:bodyPr/>
          <a:lstStyle/>
          <a:p>
            <a:pPr>
              <a:defRPr/>
            </a:pPr>
            <a:r>
              <a:rPr lang="en-US" altLang="en-US" sz="1800" b="0" dirty="0">
                <a:latin typeface="Times New Roman" panose="02020603050405020304" pitchFamily="18" charset="0"/>
                <a:cs typeface="Times New Roman" panose="02020603050405020304" pitchFamily="18" charset="0"/>
              </a:rPr>
              <a:t>A binary tree T is said to be a 2-tree or an extended binary tree if each node N has either 0 or 2 Children.</a:t>
            </a:r>
          </a:p>
          <a:p>
            <a:pPr>
              <a:defRPr/>
            </a:pPr>
            <a:r>
              <a:rPr lang="en-US" altLang="en-US" sz="1800" b="0" dirty="0">
                <a:latin typeface="Times New Roman" panose="02020603050405020304" pitchFamily="18" charset="0"/>
                <a:cs typeface="Times New Roman" panose="02020603050405020304" pitchFamily="18" charset="0"/>
              </a:rPr>
              <a:t>In such case the nodes with 2 children are called internal nodes and nodes with 0 children are called external nodes.</a:t>
            </a:r>
          </a:p>
          <a:p>
            <a:pPr>
              <a:buFont typeface="Times New Roman" panose="02020603050405020304" pitchFamily="18" charset="0"/>
              <a:buNone/>
              <a:defRPr/>
            </a:pPr>
            <a:endParaRPr lang="en-US" altLang="en-US" sz="2400" dirty="0">
              <a:latin typeface="Times New Roman" panose="02020603050405020304" pitchFamily="18" charset="0"/>
              <a:cs typeface="Times New Roman" panose="02020603050405020304" pitchFamily="18" charset="0"/>
            </a:endParaRPr>
          </a:p>
          <a:p>
            <a:pPr>
              <a:buFont typeface="Times New Roman" panose="02020603050405020304" pitchFamily="18" charset="0"/>
              <a:buNone/>
              <a:defRPr/>
            </a:pPr>
            <a:r>
              <a:rPr lang="en-US" altLang="en-US" sz="2400" u="sng" dirty="0"/>
              <a:t>Representation of Trees (BST Insertion)</a:t>
            </a:r>
          </a:p>
          <a:p>
            <a:pPr marL="0" indent="0" eaLnBrk="1" hangingPunct="1">
              <a:buFont typeface="Times New Roman" panose="02020603050405020304" pitchFamily="18" charset="0"/>
              <a:buNone/>
              <a:defRPr/>
            </a:pPr>
            <a:r>
              <a:rPr lang="en-US" altLang="en-US" sz="1800" dirty="0"/>
              <a:t>A binary tree data structure is represented using two methods. Those methods are as follows...</a:t>
            </a:r>
          </a:p>
          <a:p>
            <a:pPr eaLnBrk="1" hangingPunct="1">
              <a:defRPr/>
            </a:pPr>
            <a:r>
              <a:rPr lang="en-US" altLang="en-US" sz="1800" dirty="0"/>
              <a:t>Array Representation</a:t>
            </a:r>
          </a:p>
          <a:p>
            <a:pPr eaLnBrk="1" hangingPunct="1">
              <a:defRPr/>
            </a:pPr>
            <a:r>
              <a:rPr lang="en-US" altLang="en-US" sz="1800" dirty="0"/>
              <a:t>Linked List Representation</a:t>
            </a:r>
          </a:p>
          <a:p>
            <a:pPr>
              <a:buFont typeface="Times New Roman" panose="02020603050405020304" pitchFamily="18" charset="0"/>
              <a:buNone/>
              <a:defRPr/>
            </a:pPr>
            <a:endParaRPr lang="en-IN" altLang="en-US" sz="18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703EB8-036A-DA1D-8F79-B514B7A892E3}"/>
              </a:ext>
            </a:extLst>
          </p:cNvPr>
          <p:cNvSpPr>
            <a:spLocks noGrp="1"/>
          </p:cNvSpPr>
          <p:nvPr>
            <p:ph idx="1"/>
          </p:nvPr>
        </p:nvSpPr>
        <p:spPr>
          <a:xfrm>
            <a:off x="685800" y="1143000"/>
            <a:ext cx="7847013" cy="5238750"/>
          </a:xfrm>
        </p:spPr>
        <p:txBody>
          <a:bodyPr/>
          <a:lstStyle/>
          <a:p>
            <a:pPr>
              <a:buFont typeface="Times New Roman" pitchFamily="16" charset="0"/>
              <a:buChar char="•"/>
              <a:defRPr/>
            </a:pPr>
            <a:r>
              <a:rPr lang="en-US" dirty="0"/>
              <a:t>Sequential Representation of a tree.</a:t>
            </a:r>
          </a:p>
          <a:p>
            <a:pPr marL="514350" indent="-514350">
              <a:buFont typeface="Times New Roman" pitchFamily="16" charset="0"/>
              <a:buNone/>
              <a:defRPr/>
            </a:pPr>
            <a:r>
              <a:rPr lang="en-US" sz="1800" b="0" dirty="0">
                <a:latin typeface="Times New Roman" pitchFamily="18" charset="0"/>
                <a:cs typeface="Times New Roman" pitchFamily="18" charset="0"/>
              </a:rPr>
              <a:t>1) The root Node R of T is stored at Tree[1].</a:t>
            </a:r>
          </a:p>
          <a:p>
            <a:pPr>
              <a:buFont typeface="Times New Roman" pitchFamily="16" charset="0"/>
              <a:buNone/>
              <a:defRPr/>
            </a:pPr>
            <a:r>
              <a:rPr lang="en-US" sz="1800" b="0" dirty="0">
                <a:latin typeface="Times New Roman" pitchFamily="18" charset="0"/>
                <a:cs typeface="Times New Roman" pitchFamily="18" charset="0"/>
              </a:rPr>
              <a:t>2) If a node occupies Tree[K], then its left child is stored in Tree[2*K] and its right </a:t>
            </a:r>
          </a:p>
          <a:p>
            <a:pPr>
              <a:buFont typeface="Times New Roman" pitchFamily="16" charset="0"/>
              <a:buNone/>
              <a:defRPr/>
            </a:pPr>
            <a:r>
              <a:rPr lang="en-US" sz="1800" b="0" dirty="0">
                <a:latin typeface="Times New Roman" pitchFamily="18" charset="0"/>
                <a:cs typeface="Times New Roman" pitchFamily="18" charset="0"/>
              </a:rPr>
              <a:t>	Child is stored in Tree[2*K+1]</a:t>
            </a:r>
          </a:p>
          <a:p>
            <a:pPr>
              <a:buFont typeface="Times New Roman" pitchFamily="16" charset="0"/>
              <a:buNone/>
              <a:defRPr/>
            </a:pPr>
            <a:endParaRPr lang="en-US" sz="1800" b="0" dirty="0">
              <a:latin typeface="Times New Roman" pitchFamily="18" charset="0"/>
              <a:cs typeface="Times New Roman" pitchFamily="18" charset="0"/>
            </a:endParaRPr>
          </a:p>
          <a:p>
            <a:pPr marL="0" indent="0">
              <a:buFont typeface="Times New Roman" panose="02020603050405020304" pitchFamily="18" charset="0"/>
              <a:buNone/>
              <a:defRPr/>
            </a:pPr>
            <a:endParaRPr lang="en-IN" sz="1800" b="0" dirty="0">
              <a:latin typeface="Times New Roman" pitchFamily="18" charset="0"/>
              <a:cs typeface="Times New Roman"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63A9EF-14E3-EF54-C0F5-B5A47CDBA52A}"/>
              </a:ext>
            </a:extLst>
          </p:cNvPr>
          <p:cNvSpPr>
            <a:spLocks noGrp="1"/>
          </p:cNvSpPr>
          <p:nvPr>
            <p:ph idx="1"/>
          </p:nvPr>
        </p:nvSpPr>
        <p:spPr>
          <a:xfrm>
            <a:off x="107950" y="1143000"/>
            <a:ext cx="8785225" cy="3627438"/>
          </a:xfrm>
        </p:spPr>
        <p:txBody>
          <a:bodyPr/>
          <a:lstStyle/>
          <a:p>
            <a:pPr>
              <a:buFont typeface="Times New Roman" pitchFamily="16" charset="0"/>
              <a:buChar char="•"/>
              <a:defRPr/>
            </a:pPr>
            <a:r>
              <a:rPr lang="en-US" altLang="en-US" u="sng" dirty="0"/>
              <a:t>Array Representation</a:t>
            </a:r>
          </a:p>
          <a:p>
            <a:pPr marL="0" indent="0" algn="just">
              <a:buFont typeface="Times New Roman" panose="02020603050405020304" pitchFamily="18" charset="0"/>
              <a:buNone/>
              <a:defRPr/>
            </a:pPr>
            <a:r>
              <a:rPr lang="en-US" sz="2000" b="0" dirty="0"/>
              <a:t>In array representation of binary tree, we use a one dimensional array (1-D Array) to represent a binary tree.</a:t>
            </a:r>
          </a:p>
          <a:p>
            <a:pPr marL="0" indent="0" algn="just">
              <a:buFont typeface="Times New Roman" panose="02020603050405020304" pitchFamily="18" charset="0"/>
              <a:buNone/>
              <a:defRPr/>
            </a:pPr>
            <a:r>
              <a:rPr lang="en-US" sz="2000" b="0" dirty="0"/>
              <a:t>Consider the above example of binary tree and it is represented as follows...</a:t>
            </a:r>
          </a:p>
          <a:p>
            <a:pPr marL="0" indent="0">
              <a:buFont typeface="Times New Roman" panose="02020603050405020304" pitchFamily="18" charset="0"/>
              <a:buNone/>
              <a:defRPr/>
            </a:pPr>
            <a:endParaRPr lang="en-US" altLang="en-US" u="sng" dirty="0"/>
          </a:p>
        </p:txBody>
      </p:sp>
      <p:pic>
        <p:nvPicPr>
          <p:cNvPr id="13315" name="Picture 3" descr="C:\Users\Geetansh\Desktop\Binary Tree.png">
            <a:extLst>
              <a:ext uri="{FF2B5EF4-FFF2-40B4-BE49-F238E27FC236}">
                <a16:creationId xmlns:a16="http://schemas.microsoft.com/office/drawing/2014/main" id="{B60B985D-D247-98AA-B59C-6221A06DD1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2565400"/>
            <a:ext cx="7624763"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6" name="Picture 2" descr="C:\Users\Geetansh\Desktop\BT Array Representation.png">
            <a:extLst>
              <a:ext uri="{FF2B5EF4-FFF2-40B4-BE49-F238E27FC236}">
                <a16:creationId xmlns:a16="http://schemas.microsoft.com/office/drawing/2014/main" id="{EF1D837C-82C2-9D5F-5E1E-FB6BE635E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715000"/>
            <a:ext cx="9261475"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3098971-2E9A-78CB-E2DD-9583D14C21D1}"/>
              </a:ext>
            </a:extLst>
          </p:cNvPr>
          <p:cNvSpPr>
            <a:spLocks noGrp="1" noChangeArrowheads="1"/>
          </p:cNvSpPr>
          <p:nvPr>
            <p:ph type="title"/>
          </p:nvPr>
        </p:nvSpPr>
        <p:spPr>
          <a:xfrm>
            <a:off x="179388" y="152400"/>
            <a:ext cx="8353425" cy="468313"/>
          </a:xfrm>
        </p:spPr>
        <p:txBody>
          <a:bodyPr/>
          <a:lstStyle/>
          <a:p>
            <a:r>
              <a:rPr lang="en-US" altLang="en-US" u="sng">
                <a:solidFill>
                  <a:schemeClr val="tx1"/>
                </a:solidFill>
              </a:rPr>
              <a:t>Linked Representation</a:t>
            </a:r>
            <a:endParaRPr lang="en-US" altLang="en-US">
              <a:solidFill>
                <a:schemeClr val="tx1"/>
              </a:solidFill>
            </a:endParaRPr>
          </a:p>
        </p:txBody>
      </p:sp>
      <p:sp>
        <p:nvSpPr>
          <p:cNvPr id="3" name="Content Placeholder 2">
            <a:extLst>
              <a:ext uri="{FF2B5EF4-FFF2-40B4-BE49-F238E27FC236}">
                <a16:creationId xmlns:a16="http://schemas.microsoft.com/office/drawing/2014/main" id="{C5D3F151-B6AD-7FEB-0BAF-C69C0E68E6DB}"/>
              </a:ext>
            </a:extLst>
          </p:cNvPr>
          <p:cNvSpPr>
            <a:spLocks noGrp="1"/>
          </p:cNvSpPr>
          <p:nvPr>
            <p:ph idx="1"/>
          </p:nvPr>
        </p:nvSpPr>
        <p:spPr>
          <a:xfrm>
            <a:off x="112713" y="1143000"/>
            <a:ext cx="8923337" cy="5562600"/>
          </a:xfrm>
        </p:spPr>
        <p:txBody>
          <a:bodyPr/>
          <a:lstStyle/>
          <a:p>
            <a:pPr algn="just">
              <a:defRPr/>
            </a:pPr>
            <a:r>
              <a:rPr lang="en-US" altLang="en-US" sz="1800" b="0" dirty="0"/>
              <a:t>We use double linked list to represent a binary tree. In a double linked list, every node consists of three fields. First field for storing left child address, second for storing actual data and third for storing right child address.</a:t>
            </a:r>
          </a:p>
          <a:p>
            <a:pPr marL="0" indent="0" algn="just">
              <a:buFont typeface="Times New Roman" panose="02020603050405020304" pitchFamily="18" charset="0"/>
              <a:buNone/>
              <a:defRPr/>
            </a:pPr>
            <a:r>
              <a:rPr lang="en-US" altLang="en-US" sz="1800" b="0" dirty="0"/>
              <a:t>In this linked list representation, a node has the following structure...</a:t>
            </a:r>
          </a:p>
          <a:p>
            <a:pPr marL="0" indent="0" algn="just">
              <a:buFont typeface="Times New Roman" panose="02020603050405020304" pitchFamily="18" charset="0"/>
              <a:buNone/>
              <a:defRPr/>
            </a:pPr>
            <a:endParaRPr lang="en-US" altLang="en-US" sz="1800" b="0" dirty="0"/>
          </a:p>
          <a:p>
            <a:pPr algn="just">
              <a:defRPr/>
            </a:pPr>
            <a:r>
              <a:rPr lang="en-US" altLang="en-US" sz="1800" b="0" dirty="0"/>
              <a:t>The previous example of binary tree represented using Linked list representation is shown as follows...</a:t>
            </a:r>
          </a:p>
          <a:p>
            <a:pPr marL="0" indent="0">
              <a:buFont typeface="Times New Roman" panose="02020603050405020304" pitchFamily="18" charset="0"/>
              <a:buNone/>
              <a:defRPr/>
            </a:pPr>
            <a:endParaRPr lang="en-US" dirty="0"/>
          </a:p>
        </p:txBody>
      </p:sp>
      <p:pic>
        <p:nvPicPr>
          <p:cNvPr id="14340" name="Picture 2" descr="C:\Users\Geetansh\Desktop\BT LR Node.png">
            <a:extLst>
              <a:ext uri="{FF2B5EF4-FFF2-40B4-BE49-F238E27FC236}">
                <a16:creationId xmlns:a16="http://schemas.microsoft.com/office/drawing/2014/main" id="{52162FD5-09CB-80BB-ACC3-398F534E2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2133600"/>
            <a:ext cx="5541963"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2" descr="C:\Users\Geetansh\Desktop\BT Linked List Representation.png">
            <a:extLst>
              <a:ext uri="{FF2B5EF4-FFF2-40B4-BE49-F238E27FC236}">
                <a16:creationId xmlns:a16="http://schemas.microsoft.com/office/drawing/2014/main" id="{705D549E-FA0C-6BEA-6EE4-1EA9BB3EEF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2525" y="3222625"/>
            <a:ext cx="6043613" cy="348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2">
            <a:extLst>
              <a:ext uri="{FF2B5EF4-FFF2-40B4-BE49-F238E27FC236}">
                <a16:creationId xmlns:a16="http://schemas.microsoft.com/office/drawing/2014/main" id="{103AE10E-463C-7EB6-3ACF-AA7BEA26E1BF}"/>
              </a:ext>
            </a:extLst>
          </p:cNvPr>
          <p:cNvSpPr>
            <a:spLocks noGrp="1" noChangeArrowheads="1"/>
          </p:cNvSpPr>
          <p:nvPr>
            <p:ph idx="1"/>
          </p:nvPr>
        </p:nvSpPr>
        <p:spPr/>
        <p:txBody>
          <a:bodyPr/>
          <a:lstStyle/>
          <a:p>
            <a:pPr>
              <a:buFont typeface="Times New Roman" panose="02020603050405020304" pitchFamily="18" charset="0"/>
              <a:buNone/>
            </a:pPr>
            <a:r>
              <a:rPr lang="en-US" altLang="en-US" dirty="0">
                <a:latin typeface="Times New Roman" panose="02020603050405020304" pitchFamily="18" charset="0"/>
                <a:cs typeface="Times New Roman" panose="02020603050405020304" pitchFamily="18" charset="0"/>
              </a:rPr>
              <a:t>Operation on Trees:</a:t>
            </a:r>
          </a:p>
          <a:p>
            <a:pPr>
              <a:buFont typeface="Times New Roman" panose="02020603050405020304" pitchFamily="18" charset="0"/>
              <a:buAutoNum type="arabicParenR"/>
            </a:pPr>
            <a:r>
              <a:rPr lang="en-US" altLang="en-US" b="0" dirty="0">
                <a:latin typeface="Times New Roman" panose="02020603050405020304" pitchFamily="18" charset="0"/>
                <a:cs typeface="Times New Roman" panose="02020603050405020304" pitchFamily="18" charset="0"/>
              </a:rPr>
              <a:t>Traversing.</a:t>
            </a:r>
          </a:p>
          <a:p>
            <a:pPr>
              <a:buFont typeface="Times New Roman" panose="02020603050405020304" pitchFamily="18" charset="0"/>
              <a:buAutoNum type="arabicParenR"/>
            </a:pPr>
            <a:r>
              <a:rPr lang="en-US" altLang="en-US" b="0" dirty="0">
                <a:latin typeface="Times New Roman" panose="02020603050405020304" pitchFamily="18" charset="0"/>
                <a:cs typeface="Times New Roman" panose="02020603050405020304" pitchFamily="18" charset="0"/>
              </a:rPr>
              <a:t>Insertion.</a:t>
            </a:r>
          </a:p>
          <a:p>
            <a:pPr>
              <a:buFont typeface="Times New Roman" panose="02020603050405020304" pitchFamily="18" charset="0"/>
              <a:buAutoNum type="arabicParenR"/>
            </a:pPr>
            <a:r>
              <a:rPr lang="en-US" altLang="en-US" b="0" dirty="0">
                <a:latin typeface="Times New Roman" panose="02020603050405020304" pitchFamily="18" charset="0"/>
                <a:cs typeface="Times New Roman" panose="02020603050405020304" pitchFamily="18" charset="0"/>
              </a:rPr>
              <a:t>Searching.</a:t>
            </a:r>
          </a:p>
          <a:p>
            <a:pPr>
              <a:buFont typeface="Times New Roman" panose="02020603050405020304" pitchFamily="18" charset="0"/>
              <a:buAutoNum type="arabicParenR"/>
            </a:pPr>
            <a:r>
              <a:rPr lang="en-US" altLang="en-US" b="0" dirty="0">
                <a:latin typeface="Times New Roman" panose="02020603050405020304" pitchFamily="18" charset="0"/>
                <a:cs typeface="Times New Roman" panose="02020603050405020304" pitchFamily="18" charset="0"/>
              </a:rPr>
              <a:t> Deletion</a:t>
            </a:r>
          </a:p>
          <a:p>
            <a:endParaRPr lang="en-I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7AACEA-9138-CACD-A85F-6C3B6EA2E20A}"/>
              </a:ext>
            </a:extLst>
          </p:cNvPr>
          <p:cNvSpPr>
            <a:spLocks noGrp="1"/>
          </p:cNvSpPr>
          <p:nvPr>
            <p:ph idx="1"/>
          </p:nvPr>
        </p:nvSpPr>
        <p:spPr>
          <a:xfrm>
            <a:off x="395288" y="1143000"/>
            <a:ext cx="8208962" cy="5599113"/>
          </a:xfrm>
        </p:spPr>
        <p:txBody>
          <a:bodyPr/>
          <a:lstStyle/>
          <a:p>
            <a:pPr>
              <a:buFont typeface="Times New Roman" pitchFamily="16" charset="0"/>
              <a:buChar char="•"/>
              <a:defRPr/>
            </a:pPr>
            <a:r>
              <a:rPr lang="en-US" dirty="0"/>
              <a:t>Traversing Binary Trees:</a:t>
            </a:r>
          </a:p>
          <a:p>
            <a:pPr marL="514350" indent="-514350">
              <a:buFont typeface="Times New Roman" pitchFamily="16" charset="0"/>
              <a:buAutoNum type="arabicParenR"/>
              <a:defRPr/>
            </a:pPr>
            <a:r>
              <a:rPr lang="en-US" sz="1800" dirty="0">
                <a:latin typeface="Times New Roman" pitchFamily="18" charset="0"/>
                <a:cs typeface="Times New Roman" pitchFamily="18" charset="0"/>
              </a:rPr>
              <a:t>Preorder Algorithm:</a:t>
            </a:r>
          </a:p>
          <a:p>
            <a:pPr marL="514350" indent="-514350">
              <a:buFont typeface="Times New Roman" pitchFamily="16" charset="0"/>
              <a:buNone/>
              <a:defRPr/>
            </a:pPr>
            <a:r>
              <a:rPr lang="en-US" sz="1800" b="0" dirty="0">
                <a:latin typeface="Times New Roman" pitchFamily="18" charset="0"/>
                <a:cs typeface="Times New Roman" pitchFamily="18" charset="0"/>
              </a:rPr>
              <a:t>	a) Process the root R.</a:t>
            </a:r>
          </a:p>
          <a:p>
            <a:pPr marL="514350" indent="-514350">
              <a:buFont typeface="Times New Roman" pitchFamily="16" charset="0"/>
              <a:buNone/>
              <a:defRPr/>
            </a:pPr>
            <a:r>
              <a:rPr lang="en-US" sz="1800" b="0" dirty="0">
                <a:latin typeface="Times New Roman" pitchFamily="18" charset="0"/>
                <a:cs typeface="Times New Roman" pitchFamily="18" charset="0"/>
              </a:rPr>
              <a:t>	b) Traverse the left sub tree of R in Preorder.</a:t>
            </a:r>
          </a:p>
          <a:p>
            <a:pPr marL="514350" indent="-514350">
              <a:buFont typeface="Times New Roman" pitchFamily="16" charset="0"/>
              <a:buNone/>
              <a:defRPr/>
            </a:pPr>
            <a:r>
              <a:rPr lang="en-US" sz="1800" b="0" dirty="0">
                <a:latin typeface="Times New Roman" pitchFamily="18" charset="0"/>
                <a:cs typeface="Times New Roman" pitchFamily="18" charset="0"/>
              </a:rPr>
              <a:t>	c) Traverse the Right sub tree of R in Pre order.</a:t>
            </a:r>
          </a:p>
          <a:p>
            <a:pPr marL="514350" indent="-514350">
              <a:buFont typeface="Times New Roman" pitchFamily="16" charset="0"/>
              <a:buNone/>
              <a:defRPr/>
            </a:pPr>
            <a:endParaRPr lang="en-US" sz="1800" b="0" dirty="0">
              <a:latin typeface="Times New Roman" pitchFamily="18" charset="0"/>
              <a:cs typeface="Times New Roman" pitchFamily="18" charset="0"/>
            </a:endParaRPr>
          </a:p>
          <a:p>
            <a:pPr eaLnBrk="1" hangingPunct="1">
              <a:spcBef>
                <a:spcPct val="0"/>
              </a:spcBef>
              <a:buFontTx/>
              <a:buNone/>
              <a:defRPr/>
            </a:pPr>
            <a:r>
              <a:rPr lang="en-US" altLang="en-US" sz="1800" dirty="0"/>
              <a:t>preorder (root)</a:t>
            </a:r>
          </a:p>
          <a:p>
            <a:pPr eaLnBrk="1" hangingPunct="1">
              <a:spcBef>
                <a:spcPct val="0"/>
              </a:spcBef>
              <a:buFontTx/>
              <a:buNone/>
              <a:defRPr/>
            </a:pPr>
            <a:endParaRPr lang="en-US" altLang="en-US" sz="1800" dirty="0"/>
          </a:p>
          <a:p>
            <a:pPr eaLnBrk="1" hangingPunct="1">
              <a:spcBef>
                <a:spcPct val="0"/>
              </a:spcBef>
              <a:buFontTx/>
              <a:buNone/>
              <a:defRPr/>
            </a:pPr>
            <a:r>
              <a:rPr lang="en-US" altLang="en-US" sz="1800" dirty="0"/>
              <a:t>Step 1: Start</a:t>
            </a:r>
          </a:p>
          <a:p>
            <a:pPr eaLnBrk="1" hangingPunct="1">
              <a:spcBef>
                <a:spcPct val="0"/>
              </a:spcBef>
              <a:buFontTx/>
              <a:buNone/>
              <a:defRPr/>
            </a:pPr>
            <a:endParaRPr lang="en-US" altLang="en-US" sz="1800" dirty="0"/>
          </a:p>
          <a:p>
            <a:pPr eaLnBrk="1" hangingPunct="1">
              <a:spcBef>
                <a:spcPct val="0"/>
              </a:spcBef>
              <a:buFontTx/>
              <a:buNone/>
              <a:defRPr/>
            </a:pPr>
            <a:r>
              <a:rPr lang="en-US" altLang="en-US" sz="1800" dirty="0"/>
              <a:t>Step 2: Display Root</a:t>
            </a:r>
          </a:p>
          <a:p>
            <a:pPr eaLnBrk="1" hangingPunct="1">
              <a:spcBef>
                <a:spcPct val="0"/>
              </a:spcBef>
              <a:buFontTx/>
              <a:buNone/>
              <a:defRPr/>
            </a:pPr>
            <a:endParaRPr lang="en-US" altLang="en-US" sz="1800" dirty="0"/>
          </a:p>
          <a:p>
            <a:pPr eaLnBrk="1" hangingPunct="1">
              <a:spcBef>
                <a:spcPct val="0"/>
              </a:spcBef>
              <a:buFontTx/>
              <a:buNone/>
              <a:defRPr/>
            </a:pPr>
            <a:r>
              <a:rPr lang="en-US" altLang="en-US" sz="1800" dirty="0"/>
              <a:t>Step 3: Function Call preorder(root-&gt;left)</a:t>
            </a:r>
          </a:p>
          <a:p>
            <a:pPr eaLnBrk="1" hangingPunct="1">
              <a:spcBef>
                <a:spcPct val="0"/>
              </a:spcBef>
              <a:buFontTx/>
              <a:buNone/>
              <a:defRPr/>
            </a:pPr>
            <a:endParaRPr lang="en-US" altLang="en-US" sz="1800" dirty="0"/>
          </a:p>
          <a:p>
            <a:pPr eaLnBrk="1" hangingPunct="1">
              <a:spcBef>
                <a:spcPct val="0"/>
              </a:spcBef>
              <a:buFontTx/>
              <a:buNone/>
              <a:defRPr/>
            </a:pPr>
            <a:r>
              <a:rPr lang="en-US" altLang="en-US" sz="1800" dirty="0"/>
              <a:t>Step 4: Function Call preorder(root-&gt;right)</a:t>
            </a:r>
          </a:p>
          <a:p>
            <a:pPr eaLnBrk="1" hangingPunct="1">
              <a:spcBef>
                <a:spcPct val="0"/>
              </a:spcBef>
              <a:buFontTx/>
              <a:buNone/>
              <a:defRPr/>
            </a:pPr>
            <a:endParaRPr lang="en-US" altLang="en-US" sz="1800" dirty="0"/>
          </a:p>
          <a:p>
            <a:pPr eaLnBrk="1" hangingPunct="1">
              <a:spcBef>
                <a:spcPct val="0"/>
              </a:spcBef>
              <a:buFontTx/>
              <a:buNone/>
              <a:defRPr/>
            </a:pPr>
            <a:r>
              <a:rPr lang="en-US" altLang="en-US" sz="1800" dirty="0"/>
              <a:t>Step 5: Stop</a:t>
            </a:r>
          </a:p>
          <a:p>
            <a:pPr marL="514350" indent="-514350">
              <a:buFont typeface="Times New Roman" pitchFamily="16" charset="0"/>
              <a:buNone/>
              <a:defRPr/>
            </a:pPr>
            <a:endParaRPr lang="en-US" sz="1800" b="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156EF1-F24A-94E8-CCDF-F7AFF78F5DA4}"/>
              </a:ext>
            </a:extLst>
          </p:cNvPr>
          <p:cNvSpPr>
            <a:spLocks noGrp="1"/>
          </p:cNvSpPr>
          <p:nvPr>
            <p:ph idx="1"/>
          </p:nvPr>
        </p:nvSpPr>
        <p:spPr/>
        <p:txBody>
          <a:bodyPr/>
          <a:lstStyle/>
          <a:p>
            <a:pPr marL="514350" indent="-514350">
              <a:buFont typeface="Times New Roman" pitchFamily="16" charset="0"/>
              <a:buNone/>
              <a:defRPr/>
            </a:pPr>
            <a:r>
              <a:rPr lang="en-US" sz="2000" dirty="0">
                <a:latin typeface="Times New Roman" pitchFamily="18" charset="0"/>
                <a:cs typeface="Times New Roman" pitchFamily="18" charset="0"/>
              </a:rPr>
              <a:t>In-order </a:t>
            </a:r>
            <a:r>
              <a:rPr lang="en-US" sz="2000" b="0" dirty="0">
                <a:latin typeface="Times New Roman" pitchFamily="18" charset="0"/>
                <a:cs typeface="Times New Roman" pitchFamily="18" charset="0"/>
              </a:rPr>
              <a:t>:</a:t>
            </a:r>
          </a:p>
          <a:p>
            <a:pPr marL="514350" indent="-514350">
              <a:buFont typeface="Times New Roman" pitchFamily="16" charset="0"/>
              <a:buNone/>
              <a:defRPr/>
            </a:pPr>
            <a:r>
              <a:rPr lang="en-US" sz="2000" b="0" dirty="0">
                <a:latin typeface="Times New Roman" pitchFamily="18" charset="0"/>
                <a:cs typeface="Times New Roman" pitchFamily="18" charset="0"/>
              </a:rPr>
              <a:t>	a) Traverse the left sub tree of R in In order.</a:t>
            </a:r>
          </a:p>
          <a:p>
            <a:pPr marL="514350" indent="-514350">
              <a:buFont typeface="Times New Roman" pitchFamily="16" charset="0"/>
              <a:buNone/>
              <a:defRPr/>
            </a:pPr>
            <a:r>
              <a:rPr lang="en-US" sz="2000" b="0" dirty="0">
                <a:latin typeface="Times New Roman" pitchFamily="18" charset="0"/>
                <a:cs typeface="Times New Roman" pitchFamily="18" charset="0"/>
              </a:rPr>
              <a:t>	b) Traverse the Root R.</a:t>
            </a:r>
          </a:p>
          <a:p>
            <a:pPr marL="514350" indent="-514350">
              <a:buFont typeface="Times New Roman" pitchFamily="16" charset="0"/>
              <a:buNone/>
              <a:defRPr/>
            </a:pPr>
            <a:r>
              <a:rPr lang="en-US" sz="2000" b="0" dirty="0">
                <a:latin typeface="Times New Roman" pitchFamily="18" charset="0"/>
                <a:cs typeface="Times New Roman" pitchFamily="18" charset="0"/>
              </a:rPr>
              <a:t>	c) Traverse the Right Sub tree in in order.</a:t>
            </a:r>
            <a:endParaRPr lang="en-IN" sz="2000" b="0" dirty="0">
              <a:latin typeface="Times New Roman" pitchFamily="18" charset="0"/>
              <a:cs typeface="Times New Roman" pitchFamily="18" charset="0"/>
            </a:endParaRPr>
          </a:p>
          <a:p>
            <a:pPr eaLnBrk="1" hangingPunct="1">
              <a:spcBef>
                <a:spcPct val="0"/>
              </a:spcBef>
              <a:buFontTx/>
              <a:buNone/>
              <a:defRPr/>
            </a:pPr>
            <a:endParaRPr lang="en-US" altLang="en-US" sz="2000" dirty="0"/>
          </a:p>
          <a:p>
            <a:pPr eaLnBrk="1" hangingPunct="1">
              <a:spcBef>
                <a:spcPct val="0"/>
              </a:spcBef>
              <a:buFontTx/>
              <a:buNone/>
              <a:defRPr/>
            </a:pPr>
            <a:endParaRPr lang="en-US" altLang="en-US" sz="2000" dirty="0"/>
          </a:p>
          <a:p>
            <a:pPr eaLnBrk="1" hangingPunct="1">
              <a:spcBef>
                <a:spcPct val="0"/>
              </a:spcBef>
              <a:buFontTx/>
              <a:buNone/>
              <a:defRPr/>
            </a:pPr>
            <a:endParaRPr lang="en-US" altLang="en-US" sz="2000" dirty="0"/>
          </a:p>
          <a:p>
            <a:pPr eaLnBrk="1" hangingPunct="1">
              <a:spcBef>
                <a:spcPct val="0"/>
              </a:spcBef>
              <a:buFontTx/>
              <a:buNone/>
              <a:defRPr/>
            </a:pPr>
            <a:endParaRPr lang="en-US" altLang="en-US" sz="2000" dirty="0"/>
          </a:p>
          <a:p>
            <a:pPr eaLnBrk="1" hangingPunct="1">
              <a:spcBef>
                <a:spcPct val="0"/>
              </a:spcBef>
              <a:buFontTx/>
              <a:buNone/>
              <a:defRPr/>
            </a:pPr>
            <a:r>
              <a:rPr lang="en-US" altLang="en-US" sz="2000" dirty="0" err="1"/>
              <a:t>inorder</a:t>
            </a:r>
            <a:r>
              <a:rPr lang="en-US" altLang="en-US" sz="2000" dirty="0"/>
              <a:t> (root) Algorithm</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1: Start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2: Function Call </a:t>
            </a:r>
            <a:r>
              <a:rPr lang="en-US" altLang="en-US" sz="2000" dirty="0" err="1"/>
              <a:t>inorder</a:t>
            </a:r>
            <a:r>
              <a:rPr lang="en-US" altLang="en-US" sz="2000" dirty="0"/>
              <a:t>(root-&gt;left)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3: Display Root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4: Function Call </a:t>
            </a:r>
            <a:r>
              <a:rPr lang="en-US" altLang="en-US" sz="2000" dirty="0" err="1"/>
              <a:t>inorder</a:t>
            </a:r>
            <a:r>
              <a:rPr lang="en-US" altLang="en-US" sz="2000" dirty="0"/>
              <a:t>(root-&gt;right)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5: Stop</a:t>
            </a:r>
          </a:p>
          <a:p>
            <a:pPr>
              <a:buFont typeface="Times New Roman" pitchFamily="16" charset="0"/>
              <a:buNone/>
              <a:defRPr/>
            </a:pPr>
            <a:endParaRPr lang="en-US" sz="2000" dirty="0"/>
          </a:p>
          <a:p>
            <a:pPr>
              <a:buFont typeface="Times New Roman" pitchFamily="16" charset="0"/>
              <a:buNone/>
              <a:defRPr/>
            </a:pPr>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205A70-46F0-5D55-0B84-414A14F445EB}"/>
              </a:ext>
            </a:extLst>
          </p:cNvPr>
          <p:cNvSpPr>
            <a:spLocks noGrp="1"/>
          </p:cNvSpPr>
          <p:nvPr>
            <p:ph idx="1"/>
          </p:nvPr>
        </p:nvSpPr>
        <p:spPr/>
        <p:txBody>
          <a:bodyPr/>
          <a:lstStyle/>
          <a:p>
            <a:pPr>
              <a:buFont typeface="Times New Roman" pitchFamily="16" charset="0"/>
              <a:buNone/>
              <a:defRPr/>
            </a:pPr>
            <a:r>
              <a:rPr lang="en-US" sz="2400" dirty="0"/>
              <a:t>3) Post Order </a:t>
            </a:r>
            <a:r>
              <a:rPr lang="en-US" sz="2000" dirty="0"/>
              <a:t>:</a:t>
            </a:r>
          </a:p>
          <a:p>
            <a:pPr marL="514350" indent="-514350">
              <a:buFont typeface="Times New Roman" pitchFamily="16" charset="0"/>
              <a:buNone/>
              <a:defRPr/>
            </a:pPr>
            <a:r>
              <a:rPr lang="en-US" sz="2000" dirty="0"/>
              <a:t>	</a:t>
            </a:r>
            <a:r>
              <a:rPr lang="en-US" sz="2000" b="0" dirty="0">
                <a:latin typeface="Times New Roman" pitchFamily="18" charset="0"/>
                <a:cs typeface="Times New Roman" pitchFamily="18" charset="0"/>
              </a:rPr>
              <a:t>a) Traverse the left sub tree of R in Post order.</a:t>
            </a:r>
          </a:p>
          <a:p>
            <a:pPr marL="514350" indent="-514350">
              <a:buFont typeface="Times New Roman" pitchFamily="16" charset="0"/>
              <a:buNone/>
              <a:defRPr/>
            </a:pPr>
            <a:r>
              <a:rPr lang="en-US" sz="2000" b="0" dirty="0">
                <a:latin typeface="Times New Roman" pitchFamily="18" charset="0"/>
                <a:cs typeface="Times New Roman" pitchFamily="18" charset="0"/>
              </a:rPr>
              <a:t>	b) Traverse the Right Sub tree in Post order.</a:t>
            </a:r>
          </a:p>
          <a:p>
            <a:pPr marL="514350" indent="-514350">
              <a:buFont typeface="Times New Roman" pitchFamily="16" charset="0"/>
              <a:buNone/>
              <a:defRPr/>
            </a:pPr>
            <a:r>
              <a:rPr lang="en-US" sz="2000" b="0" dirty="0">
                <a:latin typeface="Times New Roman" pitchFamily="18" charset="0"/>
                <a:cs typeface="Times New Roman" pitchFamily="18" charset="0"/>
              </a:rPr>
              <a:t>	 c) Traverse the Root R.</a:t>
            </a:r>
            <a:endParaRPr lang="en-IN" sz="2000" b="0" dirty="0">
              <a:latin typeface="Times New Roman" pitchFamily="18" charset="0"/>
              <a:cs typeface="Times New Roman" pitchFamily="18" charset="0"/>
            </a:endParaRPr>
          </a:p>
          <a:p>
            <a:pPr eaLnBrk="1" hangingPunct="1">
              <a:spcBef>
                <a:spcPct val="0"/>
              </a:spcBef>
              <a:buFontTx/>
              <a:buNone/>
              <a:defRPr/>
            </a:pPr>
            <a:endParaRPr lang="en-US" altLang="en-US" sz="2000" dirty="0"/>
          </a:p>
          <a:p>
            <a:pPr eaLnBrk="1" hangingPunct="1">
              <a:spcBef>
                <a:spcPct val="0"/>
              </a:spcBef>
              <a:buFontTx/>
              <a:buNone/>
              <a:defRPr/>
            </a:pPr>
            <a:endParaRPr lang="en-US" altLang="en-US" sz="2000" dirty="0"/>
          </a:p>
          <a:p>
            <a:pPr eaLnBrk="1" hangingPunct="1">
              <a:spcBef>
                <a:spcPct val="0"/>
              </a:spcBef>
              <a:buFontTx/>
              <a:buNone/>
              <a:defRPr/>
            </a:pPr>
            <a:endParaRPr lang="en-US" altLang="en-US" sz="2000" dirty="0"/>
          </a:p>
          <a:p>
            <a:pPr eaLnBrk="1" hangingPunct="1">
              <a:spcBef>
                <a:spcPct val="0"/>
              </a:spcBef>
              <a:buFontTx/>
              <a:buNone/>
              <a:defRPr/>
            </a:pPr>
            <a:endParaRPr lang="en-US" altLang="en-US" sz="2000" dirty="0"/>
          </a:p>
          <a:p>
            <a:pPr eaLnBrk="1" hangingPunct="1">
              <a:spcBef>
                <a:spcPct val="0"/>
              </a:spcBef>
              <a:buFontTx/>
              <a:buNone/>
              <a:defRPr/>
            </a:pPr>
            <a:r>
              <a:rPr lang="en-US" altLang="en-US" sz="2000" u="sng" dirty="0" err="1"/>
              <a:t>postorder</a:t>
            </a:r>
            <a:r>
              <a:rPr lang="en-US" altLang="en-US" sz="2000" u="sng" dirty="0"/>
              <a:t> (root) Algorithm</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1: Start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2: Function Call </a:t>
            </a:r>
            <a:r>
              <a:rPr lang="en-US" altLang="en-US" sz="2000" dirty="0" err="1"/>
              <a:t>postorder</a:t>
            </a:r>
            <a:r>
              <a:rPr lang="en-US" altLang="en-US" sz="2000" dirty="0"/>
              <a:t>(root-&gt;left)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3: Function Call </a:t>
            </a:r>
            <a:r>
              <a:rPr lang="en-US" altLang="en-US" sz="2000" dirty="0" err="1"/>
              <a:t>postorder</a:t>
            </a:r>
            <a:r>
              <a:rPr lang="en-US" altLang="en-US" sz="2000" dirty="0"/>
              <a:t>(root-&gt;right)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4: Display Root</a:t>
            </a:r>
          </a:p>
          <a:p>
            <a:pPr eaLnBrk="1" hangingPunct="1">
              <a:spcBef>
                <a:spcPct val="0"/>
              </a:spcBef>
              <a:buFontTx/>
              <a:buNone/>
              <a:defRPr/>
            </a:pPr>
            <a:endParaRPr lang="en-US" altLang="en-US" sz="2000" dirty="0"/>
          </a:p>
          <a:p>
            <a:pPr eaLnBrk="1" hangingPunct="1">
              <a:spcBef>
                <a:spcPct val="0"/>
              </a:spcBef>
              <a:buFontTx/>
              <a:buNone/>
              <a:defRPr/>
            </a:pPr>
            <a:r>
              <a:rPr lang="en-US" altLang="en-US" sz="2000" dirty="0"/>
              <a:t>Step 5: Stop</a:t>
            </a:r>
          </a:p>
          <a:p>
            <a:pPr>
              <a:buFont typeface="Times New Roman" pitchFamily="16" charset="0"/>
              <a:buNone/>
              <a:defRPr/>
            </a:pPr>
            <a:endParaRPr lang="en-US" sz="2000" dirty="0"/>
          </a:p>
          <a:p>
            <a:pPr>
              <a:buFont typeface="Times New Roman" pitchFamily="16" charset="0"/>
              <a:buNone/>
              <a:defRPr/>
            </a:pPr>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Content Placeholder 2">
            <a:extLst>
              <a:ext uri="{FF2B5EF4-FFF2-40B4-BE49-F238E27FC236}">
                <a16:creationId xmlns:a16="http://schemas.microsoft.com/office/drawing/2014/main" id="{8FBC30F9-360B-6DC9-B6BB-7BE2F501FF74}"/>
              </a:ext>
            </a:extLst>
          </p:cNvPr>
          <p:cNvSpPr>
            <a:spLocks noGrp="1" noChangeArrowheads="1"/>
          </p:cNvSpPr>
          <p:nvPr>
            <p:ph idx="1"/>
          </p:nvPr>
        </p:nvSpPr>
        <p:spPr/>
        <p:txBody>
          <a:bodyPr/>
          <a:lstStyle/>
          <a:p>
            <a:pPr marL="0" indent="0">
              <a:buFont typeface="Times New Roman" panose="02020603050405020304" pitchFamily="18" charset="0"/>
              <a:buNone/>
            </a:pPr>
            <a:r>
              <a:rPr lang="en-IN" altLang="en-US"/>
              <a:t>Example : </a:t>
            </a:r>
          </a:p>
          <a:p>
            <a:pPr marL="0" indent="0">
              <a:buFont typeface="Times New Roman" panose="02020603050405020304" pitchFamily="18" charset="0"/>
              <a:buNone/>
            </a:pPr>
            <a:r>
              <a:rPr lang="en-IN" altLang="en-US">
                <a:sym typeface="Wingdings" panose="05000000000000000000" pitchFamily="2" charset="2"/>
              </a:rPr>
              <a:t> </a:t>
            </a:r>
            <a:r>
              <a:rPr lang="en-IN" altLang="en-US"/>
              <a:t>PreOrder</a:t>
            </a:r>
          </a:p>
        </p:txBody>
      </p:sp>
      <p:graphicFrame>
        <p:nvGraphicFramePr>
          <p:cNvPr id="3" name="Content Placeholder 3">
            <a:extLst>
              <a:ext uri="{FF2B5EF4-FFF2-40B4-BE49-F238E27FC236}">
                <a16:creationId xmlns:a16="http://schemas.microsoft.com/office/drawing/2014/main" id="{577297A7-27A7-67D5-2F4C-F15BF8DC07BE}"/>
              </a:ext>
            </a:extLst>
          </p:cNvPr>
          <p:cNvGraphicFramePr>
            <a:graphicFrameLocks/>
          </p:cNvGraphicFramePr>
          <p:nvPr/>
        </p:nvGraphicFramePr>
        <p:xfrm>
          <a:off x="469776" y="1412776"/>
          <a:ext cx="8063037" cy="51606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222D08CB-B738-BF77-8439-95635517CD87}"/>
              </a:ext>
            </a:extLst>
          </p:cNvPr>
          <p:cNvSpPr txBox="1"/>
          <p:nvPr/>
        </p:nvSpPr>
        <p:spPr>
          <a:xfrm>
            <a:off x="2938463" y="4441825"/>
            <a:ext cx="1071562" cy="461963"/>
          </a:xfrm>
          <a:prstGeom prst="rect">
            <a:avLst/>
          </a:prstGeom>
          <a:solidFill>
            <a:schemeClr val="accent1">
              <a:hueOff val="0"/>
              <a:satOff val="0"/>
              <a:lumOff val="0"/>
            </a:schemeClr>
          </a:solidFill>
          <a:ln cmpd="sng">
            <a:solidFill>
              <a:schemeClr val="tx1"/>
            </a:solidFill>
          </a:ln>
        </p:spPr>
        <p:txBody>
          <a:bodyPr>
            <a:spAutoFit/>
          </a:bodyPr>
          <a:lstStyle/>
          <a:p>
            <a:pPr>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H</a:t>
            </a:r>
            <a:endParaRPr lang="en-IN" dirty="0">
              <a:solidFill>
                <a:schemeClr val="tx2">
                  <a:lumMod val="95000"/>
                  <a:lumOff val="5000"/>
                </a:schemeClr>
              </a:solidFill>
              <a:latin typeface="Times New Roman" pitchFamily="16" charset="0"/>
              <a:cs typeface="+mn-cs"/>
            </a:endParaRPr>
          </a:p>
        </p:txBody>
      </p:sp>
      <p:grpSp>
        <p:nvGrpSpPr>
          <p:cNvPr id="21509" name="Group 5">
            <a:extLst>
              <a:ext uri="{FF2B5EF4-FFF2-40B4-BE49-F238E27FC236}">
                <a16:creationId xmlns:a16="http://schemas.microsoft.com/office/drawing/2014/main" id="{A82465CB-E4E4-C4FD-5FA6-CA3BC155A4A9}"/>
              </a:ext>
            </a:extLst>
          </p:cNvPr>
          <p:cNvGrpSpPr>
            <a:grpSpLocks/>
          </p:cNvGrpSpPr>
          <p:nvPr/>
        </p:nvGrpSpPr>
        <p:grpSpPr bwMode="auto">
          <a:xfrm>
            <a:off x="3678238" y="5010150"/>
            <a:ext cx="1250950" cy="701675"/>
            <a:chOff x="1528739" y="1453043"/>
            <a:chExt cx="856003" cy="462861"/>
          </a:xfrm>
        </p:grpSpPr>
        <p:sp>
          <p:nvSpPr>
            <p:cNvPr id="7" name="Rounded Rectangle 6">
              <a:extLst>
                <a:ext uri="{FF2B5EF4-FFF2-40B4-BE49-F238E27FC236}">
                  <a16:creationId xmlns:a16="http://schemas.microsoft.com/office/drawing/2014/main" id="{E81BFF06-DCD5-CA5F-B328-9B115EB4D5C4}"/>
                </a:ext>
              </a:extLst>
            </p:cNvPr>
            <p:cNvSpPr/>
            <p:nvPr/>
          </p:nvSpPr>
          <p:spPr>
            <a:xfrm>
              <a:off x="1528739" y="1500167"/>
              <a:ext cx="831018" cy="415737"/>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Rounded Rectangle 4">
              <a:extLst>
                <a:ext uri="{FF2B5EF4-FFF2-40B4-BE49-F238E27FC236}">
                  <a16:creationId xmlns:a16="http://schemas.microsoft.com/office/drawing/2014/main" id="{AFC7CB52-9264-2E7E-A387-51BFC34094D6}"/>
                </a:ext>
              </a:extLst>
            </p:cNvPr>
            <p:cNvSpPr/>
            <p:nvPr/>
          </p:nvSpPr>
          <p:spPr>
            <a:xfrm>
              <a:off x="1577622" y="1453043"/>
              <a:ext cx="807120" cy="391652"/>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buClr>
                  <a:srgbClr val="000000"/>
                </a:buClr>
                <a:buSzPct val="100000"/>
                <a:buFont typeface="Times New Roman" pitchFamily="16" charset="0"/>
                <a:buNone/>
                <a:defRPr/>
              </a:pPr>
              <a:r>
                <a:rPr lang="en-US" sz="1800" dirty="0"/>
                <a:t>K</a:t>
              </a:r>
              <a:endParaRPr lang="en-IN" sz="1800" dirty="0"/>
            </a:p>
          </p:txBody>
        </p:sp>
      </p:grpSp>
      <p:cxnSp>
        <p:nvCxnSpPr>
          <p:cNvPr id="21510" name="Straight Arrow Connector 9">
            <a:extLst>
              <a:ext uri="{FF2B5EF4-FFF2-40B4-BE49-F238E27FC236}">
                <a16:creationId xmlns:a16="http://schemas.microsoft.com/office/drawing/2014/main" id="{7CD0FE92-863E-4CAF-ECAE-9DD4D1F650EA}"/>
              </a:ext>
            </a:extLst>
          </p:cNvPr>
          <p:cNvCxnSpPr>
            <a:cxnSpLocks noChangeShapeType="1"/>
          </p:cNvCxnSpPr>
          <p:nvPr/>
        </p:nvCxnSpPr>
        <p:spPr bwMode="auto">
          <a:xfrm rot="16200000" flipH="1">
            <a:off x="3643313" y="4643438"/>
            <a:ext cx="357187" cy="35718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 name="Title 1">
            <a:extLst>
              <a:ext uri="{FF2B5EF4-FFF2-40B4-BE49-F238E27FC236}">
                <a16:creationId xmlns:a16="http://schemas.microsoft.com/office/drawing/2014/main" id="{181F7082-DFC2-D50B-23B4-8FDF406E92A9}"/>
              </a:ext>
            </a:extLst>
          </p:cNvPr>
          <p:cNvSpPr>
            <a:spLocks noGrp="1" noChangeArrowheads="1"/>
          </p:cNvSpPr>
          <p:nvPr>
            <p:ph type="title"/>
          </p:nvPr>
        </p:nvSpPr>
        <p:spPr>
          <a:xfrm>
            <a:off x="5057775" y="5643563"/>
            <a:ext cx="3857625" cy="785812"/>
          </a:xfrm>
        </p:spPr>
        <p:txBody>
          <a:bodyPr/>
          <a:lstStyle/>
          <a:p>
            <a:r>
              <a:rPr lang="en-US" altLang="en-US"/>
              <a:t>A,B,D,G,H,K,C,E,F</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a:extLst>
              <a:ext uri="{FF2B5EF4-FFF2-40B4-BE49-F238E27FC236}">
                <a16:creationId xmlns:a16="http://schemas.microsoft.com/office/drawing/2014/main" id="{5B50384F-FA62-FCDF-0290-872B734D7327}"/>
              </a:ext>
            </a:extLst>
          </p:cNvPr>
          <p:cNvSpPr>
            <a:spLocks noGrp="1" noChangeArrowheads="1"/>
          </p:cNvSpPr>
          <p:nvPr>
            <p:ph idx="1"/>
          </p:nvPr>
        </p:nvSpPr>
        <p:spPr>
          <a:xfrm>
            <a:off x="427038" y="1098550"/>
            <a:ext cx="7847012" cy="3627438"/>
          </a:xfrm>
        </p:spPr>
        <p:txBody>
          <a:bodyPr/>
          <a:lstStyle/>
          <a:p>
            <a:pPr marL="0" indent="0">
              <a:buFont typeface="Times New Roman" panose="02020603050405020304" pitchFamily="18" charset="0"/>
              <a:buNone/>
            </a:pPr>
            <a:r>
              <a:rPr lang="en-IN" altLang="en-US">
                <a:sym typeface="Wingdings" panose="05000000000000000000" pitchFamily="2" charset="2"/>
              </a:rPr>
              <a:t> </a:t>
            </a:r>
            <a:r>
              <a:rPr lang="en-IN" altLang="en-US"/>
              <a:t>In Order</a:t>
            </a:r>
          </a:p>
        </p:txBody>
      </p:sp>
      <p:graphicFrame>
        <p:nvGraphicFramePr>
          <p:cNvPr id="3" name="Content Placeholder 3">
            <a:extLst>
              <a:ext uri="{FF2B5EF4-FFF2-40B4-BE49-F238E27FC236}">
                <a16:creationId xmlns:a16="http://schemas.microsoft.com/office/drawing/2014/main" id="{57A015A5-ECD5-3FFC-7AC6-A9657F8FD923}"/>
              </a:ext>
            </a:extLst>
          </p:cNvPr>
          <p:cNvGraphicFramePr>
            <a:graphicFrameLocks/>
          </p:cNvGraphicFramePr>
          <p:nvPr/>
        </p:nvGraphicFramePr>
        <p:xfrm>
          <a:off x="465577" y="566121"/>
          <a:ext cx="7847013" cy="50006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2532" name="Group 5">
            <a:extLst>
              <a:ext uri="{FF2B5EF4-FFF2-40B4-BE49-F238E27FC236}">
                <a16:creationId xmlns:a16="http://schemas.microsoft.com/office/drawing/2014/main" id="{0D9BE36F-8B64-EE64-ADEE-C4980FA4DDC8}"/>
              </a:ext>
            </a:extLst>
          </p:cNvPr>
          <p:cNvGrpSpPr>
            <a:grpSpLocks/>
          </p:cNvGrpSpPr>
          <p:nvPr/>
        </p:nvGrpSpPr>
        <p:grpSpPr bwMode="auto">
          <a:xfrm>
            <a:off x="4059238" y="5789613"/>
            <a:ext cx="1250950" cy="701675"/>
            <a:chOff x="1528739" y="1453043"/>
            <a:chExt cx="856003" cy="462861"/>
          </a:xfrm>
        </p:grpSpPr>
        <p:sp>
          <p:nvSpPr>
            <p:cNvPr id="5" name="Rounded Rectangle 6">
              <a:extLst>
                <a:ext uri="{FF2B5EF4-FFF2-40B4-BE49-F238E27FC236}">
                  <a16:creationId xmlns:a16="http://schemas.microsoft.com/office/drawing/2014/main" id="{1181B07D-DFCC-6A1C-7B68-27209F3E763B}"/>
                </a:ext>
              </a:extLst>
            </p:cNvPr>
            <p:cNvSpPr/>
            <p:nvPr/>
          </p:nvSpPr>
          <p:spPr>
            <a:xfrm>
              <a:off x="1528739" y="1500167"/>
              <a:ext cx="831018" cy="415737"/>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6" name="Rounded Rectangle 4">
              <a:extLst>
                <a:ext uri="{FF2B5EF4-FFF2-40B4-BE49-F238E27FC236}">
                  <a16:creationId xmlns:a16="http://schemas.microsoft.com/office/drawing/2014/main" id="{80AB2EFC-1FCF-EE8E-E443-76130E923FF2}"/>
                </a:ext>
              </a:extLst>
            </p:cNvPr>
            <p:cNvSpPr/>
            <p:nvPr/>
          </p:nvSpPr>
          <p:spPr>
            <a:xfrm>
              <a:off x="1577622" y="1453043"/>
              <a:ext cx="807120" cy="391652"/>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buClr>
                  <a:srgbClr val="000000"/>
                </a:buClr>
                <a:buSzPct val="100000"/>
                <a:buFont typeface="Times New Roman" pitchFamily="16" charset="0"/>
                <a:buNone/>
                <a:defRPr/>
              </a:pPr>
              <a:r>
                <a:rPr lang="en-US" sz="1800" dirty="0"/>
                <a:t>M</a:t>
              </a:r>
              <a:endParaRPr lang="en-IN" sz="1800" dirty="0"/>
            </a:p>
          </p:txBody>
        </p:sp>
      </p:grpSp>
      <p:grpSp>
        <p:nvGrpSpPr>
          <p:cNvPr id="22533" name="Group 5">
            <a:extLst>
              <a:ext uri="{FF2B5EF4-FFF2-40B4-BE49-F238E27FC236}">
                <a16:creationId xmlns:a16="http://schemas.microsoft.com/office/drawing/2014/main" id="{4F22956D-18D4-143C-39E5-B63FBD188B29}"/>
              </a:ext>
            </a:extLst>
          </p:cNvPr>
          <p:cNvGrpSpPr>
            <a:grpSpLocks/>
          </p:cNvGrpSpPr>
          <p:nvPr/>
        </p:nvGrpSpPr>
        <p:grpSpPr bwMode="auto">
          <a:xfrm>
            <a:off x="487363" y="5789613"/>
            <a:ext cx="1250950" cy="701675"/>
            <a:chOff x="1528739" y="1453043"/>
            <a:chExt cx="856003" cy="462861"/>
          </a:xfrm>
        </p:grpSpPr>
        <p:sp>
          <p:nvSpPr>
            <p:cNvPr id="8" name="Rounded Rectangle 13">
              <a:extLst>
                <a:ext uri="{FF2B5EF4-FFF2-40B4-BE49-F238E27FC236}">
                  <a16:creationId xmlns:a16="http://schemas.microsoft.com/office/drawing/2014/main" id="{73266F9D-88CB-7A1D-8DC3-BD3BA1C72891}"/>
                </a:ext>
              </a:extLst>
            </p:cNvPr>
            <p:cNvSpPr/>
            <p:nvPr/>
          </p:nvSpPr>
          <p:spPr>
            <a:xfrm>
              <a:off x="1528739" y="1500167"/>
              <a:ext cx="831018" cy="415737"/>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9" name="Rounded Rectangle 4">
              <a:extLst>
                <a:ext uri="{FF2B5EF4-FFF2-40B4-BE49-F238E27FC236}">
                  <a16:creationId xmlns:a16="http://schemas.microsoft.com/office/drawing/2014/main" id="{FC1F5A6F-7406-E8BE-F880-A741468560D8}"/>
                </a:ext>
              </a:extLst>
            </p:cNvPr>
            <p:cNvSpPr/>
            <p:nvPr/>
          </p:nvSpPr>
          <p:spPr>
            <a:xfrm>
              <a:off x="1577622" y="1453043"/>
              <a:ext cx="807120" cy="391652"/>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buClr>
                  <a:srgbClr val="000000"/>
                </a:buClr>
                <a:buSzPct val="100000"/>
                <a:buFont typeface="Times New Roman" pitchFamily="16" charset="0"/>
                <a:buNone/>
                <a:defRPr/>
              </a:pPr>
              <a:r>
                <a:rPr lang="en-US" sz="1800" dirty="0"/>
                <a:t>K</a:t>
              </a:r>
              <a:endParaRPr lang="en-IN" sz="1800" dirty="0"/>
            </a:p>
          </p:txBody>
        </p:sp>
      </p:grpSp>
      <p:cxnSp>
        <p:nvCxnSpPr>
          <p:cNvPr id="22534" name="Straight Arrow Connector 20">
            <a:extLst>
              <a:ext uri="{FF2B5EF4-FFF2-40B4-BE49-F238E27FC236}">
                <a16:creationId xmlns:a16="http://schemas.microsoft.com/office/drawing/2014/main" id="{BBAE3F89-FDE2-B988-0D42-991785AB3DB8}"/>
              </a:ext>
            </a:extLst>
          </p:cNvPr>
          <p:cNvCxnSpPr>
            <a:cxnSpLocks noChangeShapeType="1"/>
            <a:endCxn id="8" idx="0"/>
          </p:cNvCxnSpPr>
          <p:nvPr/>
        </p:nvCxnSpPr>
        <p:spPr bwMode="auto">
          <a:xfrm flipH="1">
            <a:off x="1095375" y="5207000"/>
            <a:ext cx="534988" cy="6540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1" name="TextBox 10">
            <a:extLst>
              <a:ext uri="{FF2B5EF4-FFF2-40B4-BE49-F238E27FC236}">
                <a16:creationId xmlns:a16="http://schemas.microsoft.com/office/drawing/2014/main" id="{55B29A5C-1ADF-4D2B-4859-6D1DEF9961D3}"/>
              </a:ext>
            </a:extLst>
          </p:cNvPr>
          <p:cNvSpPr txBox="1"/>
          <p:nvPr/>
        </p:nvSpPr>
        <p:spPr>
          <a:xfrm>
            <a:off x="2987675" y="4745038"/>
            <a:ext cx="1071563" cy="461962"/>
          </a:xfrm>
          <a:prstGeom prst="rect">
            <a:avLst/>
          </a:prstGeom>
          <a:solidFill>
            <a:schemeClr val="accent1">
              <a:hueOff val="0"/>
              <a:satOff val="0"/>
              <a:lumOff val="0"/>
            </a:schemeClr>
          </a:solidFill>
          <a:ln cmpd="sng">
            <a:solidFill>
              <a:schemeClr val="tx1"/>
            </a:solidFill>
          </a:ln>
        </p:spPr>
        <p:txBody>
          <a:bodyPr>
            <a:spAutoFit/>
          </a:bodyPr>
          <a:lstStyle/>
          <a:p>
            <a:pPr>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H</a:t>
            </a:r>
            <a:endParaRPr lang="en-IN" dirty="0">
              <a:solidFill>
                <a:schemeClr val="tx2">
                  <a:lumMod val="95000"/>
                  <a:lumOff val="5000"/>
                </a:schemeClr>
              </a:solidFill>
              <a:latin typeface="Times New Roman" pitchFamily="16" charset="0"/>
              <a:cs typeface="+mn-cs"/>
            </a:endParaRPr>
          </a:p>
        </p:txBody>
      </p:sp>
      <p:grpSp>
        <p:nvGrpSpPr>
          <p:cNvPr id="22536" name="Group 5">
            <a:extLst>
              <a:ext uri="{FF2B5EF4-FFF2-40B4-BE49-F238E27FC236}">
                <a16:creationId xmlns:a16="http://schemas.microsoft.com/office/drawing/2014/main" id="{BD600C90-3A62-2E9A-0085-85146C1B9058}"/>
              </a:ext>
            </a:extLst>
          </p:cNvPr>
          <p:cNvGrpSpPr>
            <a:grpSpLocks/>
          </p:cNvGrpSpPr>
          <p:nvPr/>
        </p:nvGrpSpPr>
        <p:grpSpPr bwMode="auto">
          <a:xfrm>
            <a:off x="2201863" y="5816600"/>
            <a:ext cx="1250950" cy="701675"/>
            <a:chOff x="1528739" y="1453043"/>
            <a:chExt cx="856003" cy="462861"/>
          </a:xfrm>
        </p:grpSpPr>
        <p:sp>
          <p:nvSpPr>
            <p:cNvPr id="13" name="Rounded Rectangle 10">
              <a:extLst>
                <a:ext uri="{FF2B5EF4-FFF2-40B4-BE49-F238E27FC236}">
                  <a16:creationId xmlns:a16="http://schemas.microsoft.com/office/drawing/2014/main" id="{D51E0DE7-0929-DE37-9C95-C409325871D4}"/>
                </a:ext>
              </a:extLst>
            </p:cNvPr>
            <p:cNvSpPr/>
            <p:nvPr/>
          </p:nvSpPr>
          <p:spPr>
            <a:xfrm>
              <a:off x="1528739" y="1500167"/>
              <a:ext cx="831018" cy="415737"/>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4" name="Rounded Rectangle 4">
              <a:extLst>
                <a:ext uri="{FF2B5EF4-FFF2-40B4-BE49-F238E27FC236}">
                  <a16:creationId xmlns:a16="http://schemas.microsoft.com/office/drawing/2014/main" id="{53FC4587-9308-D5BE-13BA-A43E473C4BAC}"/>
                </a:ext>
              </a:extLst>
            </p:cNvPr>
            <p:cNvSpPr/>
            <p:nvPr/>
          </p:nvSpPr>
          <p:spPr>
            <a:xfrm>
              <a:off x="1577622" y="1453043"/>
              <a:ext cx="807120" cy="391652"/>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buClr>
                  <a:srgbClr val="000000"/>
                </a:buClr>
                <a:buSzPct val="100000"/>
                <a:buFont typeface="Times New Roman" pitchFamily="16" charset="0"/>
                <a:buNone/>
                <a:defRPr/>
              </a:pPr>
              <a:r>
                <a:rPr lang="en-US" sz="1800" dirty="0"/>
                <a:t>L</a:t>
              </a:r>
              <a:endParaRPr lang="en-IN" sz="1800" dirty="0"/>
            </a:p>
          </p:txBody>
        </p:sp>
      </p:grpSp>
      <p:cxnSp>
        <p:nvCxnSpPr>
          <p:cNvPr id="22537" name="Straight Arrow Connector 16">
            <a:extLst>
              <a:ext uri="{FF2B5EF4-FFF2-40B4-BE49-F238E27FC236}">
                <a16:creationId xmlns:a16="http://schemas.microsoft.com/office/drawing/2014/main" id="{1A827433-FCFD-AE43-5729-0384F9078A8B}"/>
              </a:ext>
            </a:extLst>
          </p:cNvPr>
          <p:cNvCxnSpPr>
            <a:cxnSpLocks noChangeShapeType="1"/>
          </p:cNvCxnSpPr>
          <p:nvPr/>
        </p:nvCxnSpPr>
        <p:spPr bwMode="auto">
          <a:xfrm rot="5400000">
            <a:off x="2737644" y="5423694"/>
            <a:ext cx="500062" cy="2857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2538" name="Straight Arrow Connector 9">
            <a:extLst>
              <a:ext uri="{FF2B5EF4-FFF2-40B4-BE49-F238E27FC236}">
                <a16:creationId xmlns:a16="http://schemas.microsoft.com/office/drawing/2014/main" id="{04F2CC00-F99E-C449-C0A0-4C4DF36C88EB}"/>
              </a:ext>
            </a:extLst>
          </p:cNvPr>
          <p:cNvCxnSpPr>
            <a:cxnSpLocks noChangeShapeType="1"/>
          </p:cNvCxnSpPr>
          <p:nvPr/>
        </p:nvCxnSpPr>
        <p:spPr bwMode="auto">
          <a:xfrm rot="16200000" flipH="1">
            <a:off x="2667000" y="3910013"/>
            <a:ext cx="642937" cy="64293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2539" name="Straight Arrow Connector 9">
            <a:extLst>
              <a:ext uri="{FF2B5EF4-FFF2-40B4-BE49-F238E27FC236}">
                <a16:creationId xmlns:a16="http://schemas.microsoft.com/office/drawing/2014/main" id="{B4876335-4581-DE49-6141-7D2F06E75E51}"/>
              </a:ext>
            </a:extLst>
          </p:cNvPr>
          <p:cNvCxnSpPr>
            <a:cxnSpLocks noChangeShapeType="1"/>
          </p:cNvCxnSpPr>
          <p:nvPr/>
        </p:nvCxnSpPr>
        <p:spPr bwMode="auto">
          <a:xfrm>
            <a:off x="2667000" y="3910013"/>
            <a:ext cx="795338" cy="795337"/>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9" name="Title 1">
            <a:extLst>
              <a:ext uri="{FF2B5EF4-FFF2-40B4-BE49-F238E27FC236}">
                <a16:creationId xmlns:a16="http://schemas.microsoft.com/office/drawing/2014/main" id="{310278F6-752A-7363-4121-4D5AFB479601}"/>
              </a:ext>
            </a:extLst>
          </p:cNvPr>
          <p:cNvSpPr>
            <a:spLocks noGrp="1" noChangeArrowheads="1"/>
          </p:cNvSpPr>
          <p:nvPr>
            <p:ph type="title"/>
          </p:nvPr>
        </p:nvSpPr>
        <p:spPr>
          <a:xfrm>
            <a:off x="4786313" y="4572000"/>
            <a:ext cx="4143375" cy="785813"/>
          </a:xfrm>
        </p:spPr>
        <p:txBody>
          <a:bodyPr/>
          <a:lstStyle/>
          <a:p>
            <a:r>
              <a:rPr lang="en-US" altLang="en-US"/>
              <a:t>K,G,D,L,H,M,B,A,E,C</a:t>
            </a:r>
            <a:endParaRPr lang="en-I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Content Placeholder 2">
            <a:extLst>
              <a:ext uri="{FF2B5EF4-FFF2-40B4-BE49-F238E27FC236}">
                <a16:creationId xmlns:a16="http://schemas.microsoft.com/office/drawing/2014/main" id="{59E6FF72-2BCB-590C-214F-09D31EC95891}"/>
              </a:ext>
            </a:extLst>
          </p:cNvPr>
          <p:cNvSpPr>
            <a:spLocks noGrp="1" noChangeArrowheads="1"/>
          </p:cNvSpPr>
          <p:nvPr>
            <p:ph idx="1"/>
          </p:nvPr>
        </p:nvSpPr>
        <p:spPr/>
        <p:txBody>
          <a:bodyPr/>
          <a:lstStyle/>
          <a:p>
            <a:pPr marL="0" indent="0">
              <a:buFont typeface="Times New Roman" panose="02020603050405020304" pitchFamily="18" charset="0"/>
              <a:buNone/>
            </a:pPr>
            <a:r>
              <a:rPr lang="en-IN" altLang="en-US">
                <a:sym typeface="Wingdings" panose="05000000000000000000" pitchFamily="2" charset="2"/>
              </a:rPr>
              <a:t> </a:t>
            </a:r>
            <a:r>
              <a:rPr lang="en-IN" altLang="en-US"/>
              <a:t>Post Order</a:t>
            </a:r>
          </a:p>
        </p:txBody>
      </p:sp>
      <p:graphicFrame>
        <p:nvGraphicFramePr>
          <p:cNvPr id="3" name="Content Placeholder 3">
            <a:extLst>
              <a:ext uri="{FF2B5EF4-FFF2-40B4-BE49-F238E27FC236}">
                <a16:creationId xmlns:a16="http://schemas.microsoft.com/office/drawing/2014/main" id="{DF9533F9-555D-4E5F-58F4-5BC35B406C2B}"/>
              </a:ext>
            </a:extLst>
          </p:cNvPr>
          <p:cNvGraphicFramePr>
            <a:graphicFrameLocks/>
          </p:cNvGraphicFramePr>
          <p:nvPr/>
        </p:nvGraphicFramePr>
        <p:xfrm>
          <a:off x="642910" y="928670"/>
          <a:ext cx="7847013" cy="50006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05B96975-BF9E-2C5F-FDC5-E057E28CDE68}"/>
              </a:ext>
            </a:extLst>
          </p:cNvPr>
          <p:cNvSpPr>
            <a:spLocks noGrp="1" noChangeArrowheads="1"/>
          </p:cNvSpPr>
          <p:nvPr>
            <p:ph type="title"/>
          </p:nvPr>
        </p:nvSpPr>
        <p:spPr>
          <a:xfrm>
            <a:off x="4786313" y="4572000"/>
            <a:ext cx="4143375" cy="785813"/>
          </a:xfrm>
        </p:spPr>
        <p:txBody>
          <a:bodyPr/>
          <a:lstStyle/>
          <a:p>
            <a:r>
              <a:rPr lang="en-US" altLang="en-US"/>
              <a:t>K,G,L,M,H,D,B,E,C,A</a:t>
            </a:r>
            <a:endParaRPr lang="en-IN" altLang="en-US"/>
          </a:p>
        </p:txBody>
      </p:sp>
      <p:graphicFrame>
        <p:nvGraphicFramePr>
          <p:cNvPr id="5" name="Content Placeholder 3">
            <a:extLst>
              <a:ext uri="{FF2B5EF4-FFF2-40B4-BE49-F238E27FC236}">
                <a16:creationId xmlns:a16="http://schemas.microsoft.com/office/drawing/2014/main" id="{37FB491C-2E0D-3013-09CC-4BEB1F95C7CC}"/>
              </a:ext>
            </a:extLst>
          </p:cNvPr>
          <p:cNvGraphicFramePr>
            <a:graphicFrameLocks/>
          </p:cNvGraphicFramePr>
          <p:nvPr/>
        </p:nvGraphicFramePr>
        <p:xfrm>
          <a:off x="642910" y="928670"/>
          <a:ext cx="7847013" cy="500066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pSp>
        <p:nvGrpSpPr>
          <p:cNvPr id="23558" name="Group 5">
            <a:extLst>
              <a:ext uri="{FF2B5EF4-FFF2-40B4-BE49-F238E27FC236}">
                <a16:creationId xmlns:a16="http://schemas.microsoft.com/office/drawing/2014/main" id="{9DC1F35F-04B0-E872-47CA-EDE90AF2600A}"/>
              </a:ext>
            </a:extLst>
          </p:cNvPr>
          <p:cNvGrpSpPr>
            <a:grpSpLocks/>
          </p:cNvGrpSpPr>
          <p:nvPr/>
        </p:nvGrpSpPr>
        <p:grpSpPr bwMode="auto">
          <a:xfrm>
            <a:off x="3857625" y="6000750"/>
            <a:ext cx="1250950" cy="701675"/>
            <a:chOff x="1528739" y="1453043"/>
            <a:chExt cx="856003" cy="462861"/>
          </a:xfrm>
        </p:grpSpPr>
        <p:sp>
          <p:nvSpPr>
            <p:cNvPr id="7" name="Rounded Rectangle 6">
              <a:extLst>
                <a:ext uri="{FF2B5EF4-FFF2-40B4-BE49-F238E27FC236}">
                  <a16:creationId xmlns:a16="http://schemas.microsoft.com/office/drawing/2014/main" id="{B761043F-E697-731F-D6FA-90647A4FE8DD}"/>
                </a:ext>
              </a:extLst>
            </p:cNvPr>
            <p:cNvSpPr/>
            <p:nvPr/>
          </p:nvSpPr>
          <p:spPr>
            <a:xfrm>
              <a:off x="1528739" y="1500167"/>
              <a:ext cx="831018" cy="415737"/>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 name="Rounded Rectangle 4">
              <a:extLst>
                <a:ext uri="{FF2B5EF4-FFF2-40B4-BE49-F238E27FC236}">
                  <a16:creationId xmlns:a16="http://schemas.microsoft.com/office/drawing/2014/main" id="{EC182B84-451D-449D-B2B0-E518672D4520}"/>
                </a:ext>
              </a:extLst>
            </p:cNvPr>
            <p:cNvSpPr/>
            <p:nvPr/>
          </p:nvSpPr>
          <p:spPr>
            <a:xfrm>
              <a:off x="1577623" y="1453043"/>
              <a:ext cx="807119" cy="391652"/>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buClr>
                  <a:srgbClr val="000000"/>
                </a:buClr>
                <a:buSzPct val="100000"/>
                <a:buFont typeface="Times New Roman" pitchFamily="16" charset="0"/>
                <a:buNone/>
                <a:defRPr/>
              </a:pPr>
              <a:r>
                <a:rPr lang="en-US" sz="1800" dirty="0"/>
                <a:t>M</a:t>
              </a:r>
              <a:endParaRPr lang="en-IN" sz="1800" dirty="0"/>
            </a:p>
          </p:txBody>
        </p:sp>
      </p:grpSp>
      <p:grpSp>
        <p:nvGrpSpPr>
          <p:cNvPr id="23559" name="Group 5">
            <a:extLst>
              <a:ext uri="{FF2B5EF4-FFF2-40B4-BE49-F238E27FC236}">
                <a16:creationId xmlns:a16="http://schemas.microsoft.com/office/drawing/2014/main" id="{1965BC3D-7873-8CE9-792D-CA08266F9308}"/>
              </a:ext>
            </a:extLst>
          </p:cNvPr>
          <p:cNvGrpSpPr>
            <a:grpSpLocks/>
          </p:cNvGrpSpPr>
          <p:nvPr/>
        </p:nvGrpSpPr>
        <p:grpSpPr bwMode="auto">
          <a:xfrm>
            <a:off x="285750" y="6000750"/>
            <a:ext cx="1250950" cy="701675"/>
            <a:chOff x="1528739" y="1453043"/>
            <a:chExt cx="856003" cy="462861"/>
          </a:xfrm>
        </p:grpSpPr>
        <p:sp>
          <p:nvSpPr>
            <p:cNvPr id="10" name="Rounded Rectangle 13">
              <a:extLst>
                <a:ext uri="{FF2B5EF4-FFF2-40B4-BE49-F238E27FC236}">
                  <a16:creationId xmlns:a16="http://schemas.microsoft.com/office/drawing/2014/main" id="{89B2CA55-4B71-3B71-2BCA-2B96C82CA1D8}"/>
                </a:ext>
              </a:extLst>
            </p:cNvPr>
            <p:cNvSpPr/>
            <p:nvPr/>
          </p:nvSpPr>
          <p:spPr>
            <a:xfrm>
              <a:off x="1528739" y="1500167"/>
              <a:ext cx="831018" cy="415737"/>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1" name="Rounded Rectangle 4">
              <a:extLst>
                <a:ext uri="{FF2B5EF4-FFF2-40B4-BE49-F238E27FC236}">
                  <a16:creationId xmlns:a16="http://schemas.microsoft.com/office/drawing/2014/main" id="{D6C14B6F-8E1E-6938-8CEA-84514D348720}"/>
                </a:ext>
              </a:extLst>
            </p:cNvPr>
            <p:cNvSpPr/>
            <p:nvPr/>
          </p:nvSpPr>
          <p:spPr>
            <a:xfrm>
              <a:off x="1577623" y="1453043"/>
              <a:ext cx="807119" cy="391652"/>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buClr>
                  <a:srgbClr val="000000"/>
                </a:buClr>
                <a:buSzPct val="100000"/>
                <a:buFont typeface="Times New Roman" pitchFamily="16" charset="0"/>
                <a:buNone/>
                <a:defRPr/>
              </a:pPr>
              <a:r>
                <a:rPr lang="en-US" sz="1800" dirty="0"/>
                <a:t>K</a:t>
              </a:r>
              <a:endParaRPr lang="en-IN" sz="1800" dirty="0"/>
            </a:p>
          </p:txBody>
        </p:sp>
      </p:grpSp>
      <p:cxnSp>
        <p:nvCxnSpPr>
          <p:cNvPr id="23560" name="Straight Arrow Connector 20">
            <a:extLst>
              <a:ext uri="{FF2B5EF4-FFF2-40B4-BE49-F238E27FC236}">
                <a16:creationId xmlns:a16="http://schemas.microsoft.com/office/drawing/2014/main" id="{58D8118E-88F2-E1F5-0F5E-EBEC8126E1D2}"/>
              </a:ext>
            </a:extLst>
          </p:cNvPr>
          <p:cNvCxnSpPr>
            <a:cxnSpLocks noChangeShapeType="1"/>
          </p:cNvCxnSpPr>
          <p:nvPr/>
        </p:nvCxnSpPr>
        <p:spPr bwMode="auto">
          <a:xfrm rot="5400000">
            <a:off x="1000125" y="5500688"/>
            <a:ext cx="357187" cy="3571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3" name="TextBox 12">
            <a:extLst>
              <a:ext uri="{FF2B5EF4-FFF2-40B4-BE49-F238E27FC236}">
                <a16:creationId xmlns:a16="http://schemas.microsoft.com/office/drawing/2014/main" id="{B116A3A5-3800-29CD-FFD0-3D4BA08AED0F}"/>
              </a:ext>
            </a:extLst>
          </p:cNvPr>
          <p:cNvSpPr txBox="1"/>
          <p:nvPr/>
        </p:nvSpPr>
        <p:spPr>
          <a:xfrm>
            <a:off x="2786063" y="4956175"/>
            <a:ext cx="1071562" cy="461963"/>
          </a:xfrm>
          <a:prstGeom prst="rect">
            <a:avLst/>
          </a:prstGeom>
          <a:solidFill>
            <a:schemeClr val="accent1">
              <a:hueOff val="0"/>
              <a:satOff val="0"/>
              <a:lumOff val="0"/>
            </a:schemeClr>
          </a:solidFill>
          <a:ln cmpd="sng">
            <a:solidFill>
              <a:schemeClr val="tx1"/>
            </a:solidFill>
          </a:ln>
        </p:spPr>
        <p:txBody>
          <a:bodyPr>
            <a:spAutoFit/>
          </a:bodyPr>
          <a:lstStyle/>
          <a:p>
            <a:pPr>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H</a:t>
            </a:r>
            <a:endParaRPr lang="en-IN" dirty="0">
              <a:solidFill>
                <a:schemeClr val="tx2">
                  <a:lumMod val="95000"/>
                  <a:lumOff val="5000"/>
                </a:schemeClr>
              </a:solidFill>
              <a:latin typeface="Times New Roman" pitchFamily="16" charset="0"/>
              <a:cs typeface="+mn-cs"/>
            </a:endParaRPr>
          </a:p>
        </p:txBody>
      </p:sp>
      <p:grpSp>
        <p:nvGrpSpPr>
          <p:cNvPr id="23562" name="Group 5">
            <a:extLst>
              <a:ext uri="{FF2B5EF4-FFF2-40B4-BE49-F238E27FC236}">
                <a16:creationId xmlns:a16="http://schemas.microsoft.com/office/drawing/2014/main" id="{197F2387-BB44-41D5-D32B-BED0A5ECBCF2}"/>
              </a:ext>
            </a:extLst>
          </p:cNvPr>
          <p:cNvGrpSpPr>
            <a:grpSpLocks/>
          </p:cNvGrpSpPr>
          <p:nvPr/>
        </p:nvGrpSpPr>
        <p:grpSpPr bwMode="auto">
          <a:xfrm>
            <a:off x="2000250" y="6027738"/>
            <a:ext cx="1250950" cy="701675"/>
            <a:chOff x="1528739" y="1453043"/>
            <a:chExt cx="856003" cy="462861"/>
          </a:xfrm>
        </p:grpSpPr>
        <p:sp>
          <p:nvSpPr>
            <p:cNvPr id="15" name="Rounded Rectangle 10">
              <a:extLst>
                <a:ext uri="{FF2B5EF4-FFF2-40B4-BE49-F238E27FC236}">
                  <a16:creationId xmlns:a16="http://schemas.microsoft.com/office/drawing/2014/main" id="{B947D3DD-2544-EA89-EF95-89D2C2B17763}"/>
                </a:ext>
              </a:extLst>
            </p:cNvPr>
            <p:cNvSpPr/>
            <p:nvPr/>
          </p:nvSpPr>
          <p:spPr>
            <a:xfrm>
              <a:off x="1528739" y="1500167"/>
              <a:ext cx="831018" cy="415737"/>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16" name="Rounded Rectangle 4">
              <a:extLst>
                <a:ext uri="{FF2B5EF4-FFF2-40B4-BE49-F238E27FC236}">
                  <a16:creationId xmlns:a16="http://schemas.microsoft.com/office/drawing/2014/main" id="{3C9FE8C3-BDCF-45EB-224B-97C1FD5D2314}"/>
                </a:ext>
              </a:extLst>
            </p:cNvPr>
            <p:cNvSpPr/>
            <p:nvPr/>
          </p:nvSpPr>
          <p:spPr>
            <a:xfrm>
              <a:off x="1577623" y="1453043"/>
              <a:ext cx="807119" cy="391652"/>
            </a:xfrm>
            <a:prstGeom prst="rect">
              <a:avLst/>
            </a:prstGeom>
          </p:spPr>
          <p:style>
            <a:lnRef idx="0">
              <a:scrgbClr r="0" g="0" b="0"/>
            </a:lnRef>
            <a:fillRef idx="0">
              <a:scrgbClr r="0" g="0" b="0"/>
            </a:fillRef>
            <a:effectRef idx="0">
              <a:scrgbClr r="0" g="0" b="0"/>
            </a:effectRef>
            <a:fontRef idx="minor">
              <a:schemeClr val="lt1"/>
            </a:fontRef>
          </p:style>
          <p:txBody>
            <a:bodyPr lIns="68580" tIns="68580" rIns="68580" bIns="68580" spcCol="1270" anchor="ctr"/>
            <a:lstStyle/>
            <a:p>
              <a:pPr algn="ctr" defTabSz="800100">
                <a:lnSpc>
                  <a:spcPct val="90000"/>
                </a:lnSpc>
                <a:spcAft>
                  <a:spcPct val="35000"/>
                </a:spcAft>
                <a:buClr>
                  <a:srgbClr val="000000"/>
                </a:buClr>
                <a:buSzPct val="100000"/>
                <a:buFont typeface="Times New Roman" pitchFamily="16" charset="0"/>
                <a:buNone/>
                <a:defRPr/>
              </a:pPr>
              <a:r>
                <a:rPr lang="en-US" sz="1800" dirty="0"/>
                <a:t>L</a:t>
              </a:r>
              <a:endParaRPr lang="en-IN" sz="1800" dirty="0"/>
            </a:p>
          </p:txBody>
        </p:sp>
      </p:grpSp>
      <p:cxnSp>
        <p:nvCxnSpPr>
          <p:cNvPr id="23563" name="Straight Arrow Connector 16">
            <a:extLst>
              <a:ext uri="{FF2B5EF4-FFF2-40B4-BE49-F238E27FC236}">
                <a16:creationId xmlns:a16="http://schemas.microsoft.com/office/drawing/2014/main" id="{F8C9F132-1B61-502C-43BE-B755D1BF8BF6}"/>
              </a:ext>
            </a:extLst>
          </p:cNvPr>
          <p:cNvCxnSpPr>
            <a:cxnSpLocks noChangeShapeType="1"/>
          </p:cNvCxnSpPr>
          <p:nvPr/>
        </p:nvCxnSpPr>
        <p:spPr bwMode="auto">
          <a:xfrm rot="5400000">
            <a:off x="2536032" y="5607844"/>
            <a:ext cx="500062" cy="28575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23564" name="Straight Arrow Connector 9">
            <a:extLst>
              <a:ext uri="{FF2B5EF4-FFF2-40B4-BE49-F238E27FC236}">
                <a16:creationId xmlns:a16="http://schemas.microsoft.com/office/drawing/2014/main" id="{83696CBA-42B3-10A9-069D-3A5F086D1224}"/>
              </a:ext>
            </a:extLst>
          </p:cNvPr>
          <p:cNvCxnSpPr>
            <a:cxnSpLocks noChangeShapeType="1"/>
          </p:cNvCxnSpPr>
          <p:nvPr/>
        </p:nvCxnSpPr>
        <p:spPr bwMode="auto">
          <a:xfrm rot="16200000" flipH="1">
            <a:off x="2714625" y="4214813"/>
            <a:ext cx="642937" cy="64293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8D2A79C8-6682-C4F7-B3AC-9202B00B9DB6}"/>
              </a:ext>
            </a:extLst>
          </p:cNvPr>
          <p:cNvSpPr>
            <a:spLocks noGrp="1" noChangeArrowheads="1"/>
          </p:cNvSpPr>
          <p:nvPr>
            <p:ph type="title"/>
          </p:nvPr>
        </p:nvSpPr>
        <p:spPr>
          <a:xfrm>
            <a:off x="762000" y="152400"/>
            <a:ext cx="4524375" cy="847725"/>
          </a:xfrm>
        </p:spPr>
        <p:txBody>
          <a:bodyPr/>
          <a:lstStyle/>
          <a:p>
            <a:r>
              <a:rPr lang="en-US" altLang="en-US"/>
              <a:t>Binary Search tree</a:t>
            </a:r>
            <a:endParaRPr lang="en-IN" altLang="en-US"/>
          </a:p>
        </p:txBody>
      </p:sp>
      <p:sp>
        <p:nvSpPr>
          <p:cNvPr id="3" name="Content Placeholder 2">
            <a:extLst>
              <a:ext uri="{FF2B5EF4-FFF2-40B4-BE49-F238E27FC236}">
                <a16:creationId xmlns:a16="http://schemas.microsoft.com/office/drawing/2014/main" id="{805DDAA0-374A-7E13-7FCC-A50D6949679D}"/>
              </a:ext>
            </a:extLst>
          </p:cNvPr>
          <p:cNvSpPr>
            <a:spLocks noGrp="1"/>
          </p:cNvSpPr>
          <p:nvPr>
            <p:ph idx="1"/>
          </p:nvPr>
        </p:nvSpPr>
        <p:spPr>
          <a:xfrm>
            <a:off x="685800" y="1143000"/>
            <a:ext cx="7989888" cy="3627438"/>
          </a:xfrm>
        </p:spPr>
        <p:txBody>
          <a:bodyPr/>
          <a:lstStyle/>
          <a:p>
            <a:pPr algn="just">
              <a:buFont typeface="Times New Roman" pitchFamily="16" charset="0"/>
              <a:buChar char="•"/>
              <a:defRPr/>
            </a:pPr>
            <a:r>
              <a:rPr lang="en-US" sz="1800" b="0" dirty="0">
                <a:latin typeface="Times New Roman" pitchFamily="18" charset="0"/>
                <a:cs typeface="Times New Roman" pitchFamily="18" charset="0"/>
              </a:rPr>
              <a:t>Suppose T is a binary tree. Then T is called a binary search Tree if each Node N of T has the following property.</a:t>
            </a:r>
          </a:p>
          <a:p>
            <a:pPr algn="just">
              <a:buFont typeface="Times New Roman" pitchFamily="16" charset="0"/>
              <a:buChar char="•"/>
              <a:defRPr/>
            </a:pPr>
            <a:r>
              <a:rPr lang="en-US" sz="1800" b="0" dirty="0">
                <a:latin typeface="Times New Roman" pitchFamily="18" charset="0"/>
                <a:cs typeface="Times New Roman" pitchFamily="18" charset="0"/>
              </a:rPr>
              <a:t>The value of N is greater than every value in the left subtree of N and is less than every value in the right subtree of N.</a:t>
            </a:r>
          </a:p>
          <a:p>
            <a:pPr algn="just">
              <a:buFont typeface="Times New Roman" pitchFamily="16" charset="0"/>
              <a:buChar char="•"/>
              <a:defRPr/>
            </a:pPr>
            <a:r>
              <a:rPr lang="en-US" sz="1800" b="0" dirty="0">
                <a:solidFill>
                  <a:schemeClr val="tx2">
                    <a:lumMod val="95000"/>
                    <a:lumOff val="5000"/>
                  </a:schemeClr>
                </a:solidFill>
                <a:latin typeface="Times New Roman" pitchFamily="18" charset="0"/>
                <a:cs typeface="Times New Roman" pitchFamily="18" charset="0"/>
              </a:rPr>
              <a:t>A binary search tree is a binary tree such that for every node in the tree, all of the entries in the left sub-tree (if any) are smaller than the entry in the node and all of the entries in the right sub-tree (if any) are larger than the entry in the node.</a:t>
            </a:r>
          </a:p>
          <a:p>
            <a:pPr algn="just">
              <a:buFont typeface="Times New Roman" pitchFamily="16" charset="0"/>
              <a:buChar char="•"/>
              <a:defRPr/>
            </a:pPr>
            <a:endParaRPr lang="en-US" sz="1800" b="0" dirty="0">
              <a:solidFill>
                <a:schemeClr val="tx2">
                  <a:lumMod val="95000"/>
                  <a:lumOff val="5000"/>
                </a:schemeClr>
              </a:solidFill>
              <a:latin typeface="Times New Roman" pitchFamily="18" charset="0"/>
              <a:cs typeface="Times New Roman" pitchFamily="18" charset="0"/>
            </a:endParaRPr>
          </a:p>
          <a:p>
            <a:pPr algn="just">
              <a:buFont typeface="Times New Roman" pitchFamily="16" charset="0"/>
              <a:buChar char="•"/>
              <a:defRPr/>
            </a:pPr>
            <a:endParaRPr lang="en-IN" sz="1800" b="0" dirty="0">
              <a:latin typeface="Times New Roman" pitchFamily="18" charset="0"/>
              <a:cs typeface="Times New Roman" pitchFamily="18" charset="0"/>
            </a:endParaRPr>
          </a:p>
        </p:txBody>
      </p:sp>
      <p:grpSp>
        <p:nvGrpSpPr>
          <p:cNvPr id="2" name="Group 54">
            <a:extLst>
              <a:ext uri="{FF2B5EF4-FFF2-40B4-BE49-F238E27FC236}">
                <a16:creationId xmlns:a16="http://schemas.microsoft.com/office/drawing/2014/main" id="{5160769C-8DFE-302F-BE2E-BF998431071B}"/>
              </a:ext>
            </a:extLst>
          </p:cNvPr>
          <p:cNvGrpSpPr>
            <a:grpSpLocks/>
          </p:cNvGrpSpPr>
          <p:nvPr/>
        </p:nvGrpSpPr>
        <p:grpSpPr bwMode="auto">
          <a:xfrm>
            <a:off x="4940300" y="3298825"/>
            <a:ext cx="2806700" cy="1571625"/>
            <a:chOff x="2976" y="2240"/>
            <a:chExt cx="1904" cy="1072"/>
          </a:xfrm>
        </p:grpSpPr>
        <p:grpSp>
          <p:nvGrpSpPr>
            <p:cNvPr id="24608" name="Group 30">
              <a:extLst>
                <a:ext uri="{FF2B5EF4-FFF2-40B4-BE49-F238E27FC236}">
                  <a16:creationId xmlns:a16="http://schemas.microsoft.com/office/drawing/2014/main" id="{BBA4F7D3-E150-C76A-64B1-C9B57715BAAC}"/>
                </a:ext>
              </a:extLst>
            </p:cNvPr>
            <p:cNvGrpSpPr>
              <a:grpSpLocks/>
            </p:cNvGrpSpPr>
            <p:nvPr/>
          </p:nvGrpSpPr>
          <p:grpSpPr bwMode="auto">
            <a:xfrm>
              <a:off x="3768" y="2240"/>
              <a:ext cx="336" cy="336"/>
              <a:chOff x="1448" y="2296"/>
              <a:chExt cx="336" cy="336"/>
            </a:xfrm>
          </p:grpSpPr>
          <p:sp>
            <p:nvSpPr>
              <p:cNvPr id="26" name="Oval 31">
                <a:extLst>
                  <a:ext uri="{FF2B5EF4-FFF2-40B4-BE49-F238E27FC236}">
                    <a16:creationId xmlns:a16="http://schemas.microsoft.com/office/drawing/2014/main" id="{05B470E1-1F7A-CC31-0090-ABDA4F6280E3}"/>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27" name="Text Box 32">
                <a:extLst>
                  <a:ext uri="{FF2B5EF4-FFF2-40B4-BE49-F238E27FC236}">
                    <a16:creationId xmlns:a16="http://schemas.microsoft.com/office/drawing/2014/main" id="{3924A345-F669-5926-05CA-248472AE5B59}"/>
                  </a:ext>
                </a:extLst>
              </p:cNvPr>
              <p:cNvSpPr txBox="1">
                <a:spLocks noChangeArrowheads="1"/>
              </p:cNvSpPr>
              <p:nvPr/>
            </p:nvSpPr>
            <p:spPr bwMode="auto">
              <a:xfrm>
                <a:off x="1480" y="2304"/>
                <a:ext cx="304"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6</a:t>
                </a:r>
              </a:p>
            </p:txBody>
          </p:sp>
        </p:grpSp>
        <p:grpSp>
          <p:nvGrpSpPr>
            <p:cNvPr id="24609" name="Group 33">
              <a:extLst>
                <a:ext uri="{FF2B5EF4-FFF2-40B4-BE49-F238E27FC236}">
                  <a16:creationId xmlns:a16="http://schemas.microsoft.com/office/drawing/2014/main" id="{E4CD416B-52E6-5B98-55D6-C66A94B3073E}"/>
                </a:ext>
              </a:extLst>
            </p:cNvPr>
            <p:cNvGrpSpPr>
              <a:grpSpLocks/>
            </p:cNvGrpSpPr>
            <p:nvPr/>
          </p:nvGrpSpPr>
          <p:grpSpPr bwMode="auto">
            <a:xfrm>
              <a:off x="3296" y="2552"/>
              <a:ext cx="336" cy="336"/>
              <a:chOff x="1448" y="2296"/>
              <a:chExt cx="336" cy="336"/>
            </a:xfrm>
          </p:grpSpPr>
          <p:sp>
            <p:nvSpPr>
              <p:cNvPr id="24" name="Oval 34">
                <a:extLst>
                  <a:ext uri="{FF2B5EF4-FFF2-40B4-BE49-F238E27FC236}">
                    <a16:creationId xmlns:a16="http://schemas.microsoft.com/office/drawing/2014/main" id="{932BC7F8-2E0F-128E-64B4-13C0C487F99C}"/>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25" name="Text Box 35">
                <a:extLst>
                  <a:ext uri="{FF2B5EF4-FFF2-40B4-BE49-F238E27FC236}">
                    <a16:creationId xmlns:a16="http://schemas.microsoft.com/office/drawing/2014/main" id="{344C4B86-D808-B718-E632-09D30FDC404A}"/>
                  </a:ext>
                </a:extLst>
              </p:cNvPr>
              <p:cNvSpPr txBox="1">
                <a:spLocks noChangeArrowheads="1"/>
              </p:cNvSpPr>
              <p:nvPr/>
            </p:nvSpPr>
            <p:spPr bwMode="auto">
              <a:xfrm>
                <a:off x="1480" y="2302"/>
                <a:ext cx="304" cy="284"/>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5</a:t>
                </a:r>
              </a:p>
            </p:txBody>
          </p:sp>
        </p:grpSp>
        <p:grpSp>
          <p:nvGrpSpPr>
            <p:cNvPr id="24610" name="Group 36">
              <a:extLst>
                <a:ext uri="{FF2B5EF4-FFF2-40B4-BE49-F238E27FC236}">
                  <a16:creationId xmlns:a16="http://schemas.microsoft.com/office/drawing/2014/main" id="{71938FFE-E6D5-A0E9-2EB0-D9DC4F2849AD}"/>
                </a:ext>
              </a:extLst>
            </p:cNvPr>
            <p:cNvGrpSpPr>
              <a:grpSpLocks/>
            </p:cNvGrpSpPr>
            <p:nvPr/>
          </p:nvGrpSpPr>
          <p:grpSpPr bwMode="auto">
            <a:xfrm>
              <a:off x="4256" y="2560"/>
              <a:ext cx="336" cy="336"/>
              <a:chOff x="1448" y="2296"/>
              <a:chExt cx="336" cy="336"/>
            </a:xfrm>
          </p:grpSpPr>
          <p:sp>
            <p:nvSpPr>
              <p:cNvPr id="22" name="Oval 37">
                <a:extLst>
                  <a:ext uri="{FF2B5EF4-FFF2-40B4-BE49-F238E27FC236}">
                    <a16:creationId xmlns:a16="http://schemas.microsoft.com/office/drawing/2014/main" id="{F93C1A60-1BD8-91AD-FFED-333E2A7AD1E2}"/>
                  </a:ext>
                </a:extLst>
              </p:cNvPr>
              <p:cNvSpPr>
                <a:spLocks noChangeArrowheads="1"/>
              </p:cNvSpPr>
              <p:nvPr/>
            </p:nvSpPr>
            <p:spPr bwMode="auto">
              <a:xfrm>
                <a:off x="1448" y="2303"/>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23" name="Text Box 38">
                <a:extLst>
                  <a:ext uri="{FF2B5EF4-FFF2-40B4-BE49-F238E27FC236}">
                    <a16:creationId xmlns:a16="http://schemas.microsoft.com/office/drawing/2014/main" id="{2249FECC-3065-1899-BA54-6A0916566A6B}"/>
                  </a:ext>
                </a:extLst>
              </p:cNvPr>
              <p:cNvSpPr txBox="1">
                <a:spLocks noChangeArrowheads="1"/>
              </p:cNvSpPr>
              <p:nvPr/>
            </p:nvSpPr>
            <p:spPr bwMode="auto">
              <a:xfrm>
                <a:off x="1484" y="2304"/>
                <a:ext cx="308"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7</a:t>
                </a:r>
              </a:p>
            </p:txBody>
          </p:sp>
        </p:grpSp>
        <p:grpSp>
          <p:nvGrpSpPr>
            <p:cNvPr id="24611" name="Group 39">
              <a:extLst>
                <a:ext uri="{FF2B5EF4-FFF2-40B4-BE49-F238E27FC236}">
                  <a16:creationId xmlns:a16="http://schemas.microsoft.com/office/drawing/2014/main" id="{79F00D59-DC83-2955-CD10-7B9B80594F54}"/>
                </a:ext>
              </a:extLst>
            </p:cNvPr>
            <p:cNvGrpSpPr>
              <a:grpSpLocks/>
            </p:cNvGrpSpPr>
            <p:nvPr/>
          </p:nvGrpSpPr>
          <p:grpSpPr bwMode="auto">
            <a:xfrm>
              <a:off x="2976" y="2976"/>
              <a:ext cx="336" cy="336"/>
              <a:chOff x="1448" y="2296"/>
              <a:chExt cx="336" cy="336"/>
            </a:xfrm>
          </p:grpSpPr>
          <p:sp>
            <p:nvSpPr>
              <p:cNvPr id="20" name="Oval 40">
                <a:extLst>
                  <a:ext uri="{FF2B5EF4-FFF2-40B4-BE49-F238E27FC236}">
                    <a16:creationId xmlns:a16="http://schemas.microsoft.com/office/drawing/2014/main" id="{AF96DDFD-E3CA-872B-677C-9B80559A403A}"/>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21" name="Text Box 41">
                <a:extLst>
                  <a:ext uri="{FF2B5EF4-FFF2-40B4-BE49-F238E27FC236}">
                    <a16:creationId xmlns:a16="http://schemas.microsoft.com/office/drawing/2014/main" id="{E44AF665-113A-6528-1D43-FB176F2034AB}"/>
                  </a:ext>
                </a:extLst>
              </p:cNvPr>
              <p:cNvSpPr txBox="1">
                <a:spLocks noChangeArrowheads="1"/>
              </p:cNvSpPr>
              <p:nvPr/>
            </p:nvSpPr>
            <p:spPr bwMode="auto">
              <a:xfrm>
                <a:off x="1480" y="2304"/>
                <a:ext cx="304"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2</a:t>
                </a:r>
              </a:p>
            </p:txBody>
          </p:sp>
        </p:grpSp>
        <p:grpSp>
          <p:nvGrpSpPr>
            <p:cNvPr id="24612" name="Group 42">
              <a:extLst>
                <a:ext uri="{FF2B5EF4-FFF2-40B4-BE49-F238E27FC236}">
                  <a16:creationId xmlns:a16="http://schemas.microsoft.com/office/drawing/2014/main" id="{383FCDCF-D399-D425-80F0-559A1A8060EF}"/>
                </a:ext>
              </a:extLst>
            </p:cNvPr>
            <p:cNvGrpSpPr>
              <a:grpSpLocks/>
            </p:cNvGrpSpPr>
            <p:nvPr/>
          </p:nvGrpSpPr>
          <p:grpSpPr bwMode="auto">
            <a:xfrm>
              <a:off x="3584" y="2976"/>
              <a:ext cx="336" cy="336"/>
              <a:chOff x="1448" y="2296"/>
              <a:chExt cx="336" cy="336"/>
            </a:xfrm>
          </p:grpSpPr>
          <p:sp>
            <p:nvSpPr>
              <p:cNvPr id="18" name="Oval 43">
                <a:extLst>
                  <a:ext uri="{FF2B5EF4-FFF2-40B4-BE49-F238E27FC236}">
                    <a16:creationId xmlns:a16="http://schemas.microsoft.com/office/drawing/2014/main" id="{A6E6E690-7F67-A79E-DF0A-78206AAA706E}"/>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19" name="Text Box 44">
                <a:extLst>
                  <a:ext uri="{FF2B5EF4-FFF2-40B4-BE49-F238E27FC236}">
                    <a16:creationId xmlns:a16="http://schemas.microsoft.com/office/drawing/2014/main" id="{868F9116-F5AC-34C4-061B-D340EA58FCBE}"/>
                  </a:ext>
                </a:extLst>
              </p:cNvPr>
              <p:cNvSpPr txBox="1">
                <a:spLocks noChangeArrowheads="1"/>
              </p:cNvSpPr>
              <p:nvPr/>
            </p:nvSpPr>
            <p:spPr bwMode="auto">
              <a:xfrm>
                <a:off x="1484" y="2304"/>
                <a:ext cx="308"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3</a:t>
                </a:r>
              </a:p>
            </p:txBody>
          </p:sp>
        </p:grpSp>
        <p:grpSp>
          <p:nvGrpSpPr>
            <p:cNvPr id="24613" name="Group 45">
              <a:extLst>
                <a:ext uri="{FF2B5EF4-FFF2-40B4-BE49-F238E27FC236}">
                  <a16:creationId xmlns:a16="http://schemas.microsoft.com/office/drawing/2014/main" id="{C09E80E0-00ED-879B-02FD-85DE77F784DC}"/>
                </a:ext>
              </a:extLst>
            </p:cNvPr>
            <p:cNvGrpSpPr>
              <a:grpSpLocks/>
            </p:cNvGrpSpPr>
            <p:nvPr/>
          </p:nvGrpSpPr>
          <p:grpSpPr bwMode="auto">
            <a:xfrm>
              <a:off x="4544" y="2976"/>
              <a:ext cx="336" cy="336"/>
              <a:chOff x="1448" y="2296"/>
              <a:chExt cx="336" cy="336"/>
            </a:xfrm>
          </p:grpSpPr>
          <p:sp>
            <p:nvSpPr>
              <p:cNvPr id="16" name="Oval 46">
                <a:extLst>
                  <a:ext uri="{FF2B5EF4-FFF2-40B4-BE49-F238E27FC236}">
                    <a16:creationId xmlns:a16="http://schemas.microsoft.com/office/drawing/2014/main" id="{86A45032-DB8F-F935-880E-15F77643FE00}"/>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17" name="Text Box 47">
                <a:extLst>
                  <a:ext uri="{FF2B5EF4-FFF2-40B4-BE49-F238E27FC236}">
                    <a16:creationId xmlns:a16="http://schemas.microsoft.com/office/drawing/2014/main" id="{CD851305-0224-0EDA-3263-4F4A370128B7}"/>
                  </a:ext>
                </a:extLst>
              </p:cNvPr>
              <p:cNvSpPr txBox="1">
                <a:spLocks noChangeArrowheads="1"/>
              </p:cNvSpPr>
              <p:nvPr/>
            </p:nvSpPr>
            <p:spPr bwMode="auto">
              <a:xfrm>
                <a:off x="1480" y="2304"/>
                <a:ext cx="304"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9</a:t>
                </a:r>
              </a:p>
            </p:txBody>
          </p:sp>
        </p:grpSp>
        <p:sp>
          <p:nvSpPr>
            <p:cNvPr id="11" name="Line 48">
              <a:extLst>
                <a:ext uri="{FF2B5EF4-FFF2-40B4-BE49-F238E27FC236}">
                  <a16:creationId xmlns:a16="http://schemas.microsoft.com/office/drawing/2014/main" id="{B02DE1AC-C2D3-19A3-3A3E-B8A3E314AA62}"/>
                </a:ext>
              </a:extLst>
            </p:cNvPr>
            <p:cNvSpPr>
              <a:spLocks noChangeShapeType="1"/>
            </p:cNvSpPr>
            <p:nvPr/>
          </p:nvSpPr>
          <p:spPr bwMode="auto">
            <a:xfrm flipH="1">
              <a:off x="3600" y="2488"/>
              <a:ext cx="196" cy="136"/>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12" name="Line 49">
              <a:extLst>
                <a:ext uri="{FF2B5EF4-FFF2-40B4-BE49-F238E27FC236}">
                  <a16:creationId xmlns:a16="http://schemas.microsoft.com/office/drawing/2014/main" id="{28FF4ED1-A465-0306-8CBF-80668768BD22}"/>
                </a:ext>
              </a:extLst>
            </p:cNvPr>
            <p:cNvSpPr>
              <a:spLocks noChangeShapeType="1"/>
            </p:cNvSpPr>
            <p:nvPr/>
          </p:nvSpPr>
          <p:spPr bwMode="auto">
            <a:xfrm flipH="1">
              <a:off x="3232" y="2840"/>
              <a:ext cx="112" cy="160"/>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13" name="Line 50">
              <a:extLst>
                <a:ext uri="{FF2B5EF4-FFF2-40B4-BE49-F238E27FC236}">
                  <a16:creationId xmlns:a16="http://schemas.microsoft.com/office/drawing/2014/main" id="{527D6961-E233-8326-199F-D81EC5F3AF33}"/>
                </a:ext>
              </a:extLst>
            </p:cNvPr>
            <p:cNvSpPr>
              <a:spLocks noChangeShapeType="1"/>
            </p:cNvSpPr>
            <p:nvPr/>
          </p:nvSpPr>
          <p:spPr bwMode="auto">
            <a:xfrm>
              <a:off x="3584" y="2832"/>
              <a:ext cx="99" cy="159"/>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14" name="Line 52">
              <a:extLst>
                <a:ext uri="{FF2B5EF4-FFF2-40B4-BE49-F238E27FC236}">
                  <a16:creationId xmlns:a16="http://schemas.microsoft.com/office/drawing/2014/main" id="{B0125D0D-1E2D-7251-F312-7BC548950076}"/>
                </a:ext>
              </a:extLst>
            </p:cNvPr>
            <p:cNvSpPr>
              <a:spLocks noChangeShapeType="1"/>
            </p:cNvSpPr>
            <p:nvPr/>
          </p:nvSpPr>
          <p:spPr bwMode="auto">
            <a:xfrm>
              <a:off x="4080" y="2488"/>
              <a:ext cx="224" cy="136"/>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15" name="Line 53">
              <a:extLst>
                <a:ext uri="{FF2B5EF4-FFF2-40B4-BE49-F238E27FC236}">
                  <a16:creationId xmlns:a16="http://schemas.microsoft.com/office/drawing/2014/main" id="{19CD340B-F269-528F-4DA6-9C25EC388068}"/>
                </a:ext>
              </a:extLst>
            </p:cNvPr>
            <p:cNvSpPr>
              <a:spLocks noChangeShapeType="1"/>
            </p:cNvSpPr>
            <p:nvPr/>
          </p:nvSpPr>
          <p:spPr bwMode="auto">
            <a:xfrm>
              <a:off x="4544" y="2847"/>
              <a:ext cx="104" cy="153"/>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grpSp>
      <p:grpSp>
        <p:nvGrpSpPr>
          <p:cNvPr id="10" name="Group 56">
            <a:extLst>
              <a:ext uri="{FF2B5EF4-FFF2-40B4-BE49-F238E27FC236}">
                <a16:creationId xmlns:a16="http://schemas.microsoft.com/office/drawing/2014/main" id="{27F54CE0-BF07-7EFF-D1E4-D3D051604532}"/>
              </a:ext>
            </a:extLst>
          </p:cNvPr>
          <p:cNvGrpSpPr>
            <a:grpSpLocks/>
          </p:cNvGrpSpPr>
          <p:nvPr/>
        </p:nvGrpSpPr>
        <p:grpSpPr bwMode="auto">
          <a:xfrm>
            <a:off x="1143000" y="3286125"/>
            <a:ext cx="2806700" cy="1571625"/>
            <a:chOff x="2976" y="2240"/>
            <a:chExt cx="1904" cy="1072"/>
          </a:xfrm>
        </p:grpSpPr>
        <p:grpSp>
          <p:nvGrpSpPr>
            <p:cNvPr id="24585" name="Group 57">
              <a:extLst>
                <a:ext uri="{FF2B5EF4-FFF2-40B4-BE49-F238E27FC236}">
                  <a16:creationId xmlns:a16="http://schemas.microsoft.com/office/drawing/2014/main" id="{DCAAA304-D1C8-0F18-C5F3-7D131990C13B}"/>
                </a:ext>
              </a:extLst>
            </p:cNvPr>
            <p:cNvGrpSpPr>
              <a:grpSpLocks/>
            </p:cNvGrpSpPr>
            <p:nvPr/>
          </p:nvGrpSpPr>
          <p:grpSpPr bwMode="auto">
            <a:xfrm>
              <a:off x="3768" y="2240"/>
              <a:ext cx="336" cy="336"/>
              <a:chOff x="1448" y="2296"/>
              <a:chExt cx="336" cy="336"/>
            </a:xfrm>
          </p:grpSpPr>
          <p:sp>
            <p:nvSpPr>
              <p:cNvPr id="50" name="Oval 58">
                <a:extLst>
                  <a:ext uri="{FF2B5EF4-FFF2-40B4-BE49-F238E27FC236}">
                    <a16:creationId xmlns:a16="http://schemas.microsoft.com/office/drawing/2014/main" id="{4651CA13-87A4-0606-A2D0-D7022915E6DC}"/>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51" name="Text Box 59">
                <a:extLst>
                  <a:ext uri="{FF2B5EF4-FFF2-40B4-BE49-F238E27FC236}">
                    <a16:creationId xmlns:a16="http://schemas.microsoft.com/office/drawing/2014/main" id="{25DDAD5D-E1BC-D865-7691-0A9044A94A8F}"/>
                  </a:ext>
                </a:extLst>
              </p:cNvPr>
              <p:cNvSpPr txBox="1">
                <a:spLocks noChangeArrowheads="1"/>
              </p:cNvSpPr>
              <p:nvPr/>
            </p:nvSpPr>
            <p:spPr bwMode="auto">
              <a:xfrm>
                <a:off x="1480" y="2304"/>
                <a:ext cx="304"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6</a:t>
                </a:r>
              </a:p>
            </p:txBody>
          </p:sp>
        </p:grpSp>
        <p:grpSp>
          <p:nvGrpSpPr>
            <p:cNvPr id="24586" name="Group 60">
              <a:extLst>
                <a:ext uri="{FF2B5EF4-FFF2-40B4-BE49-F238E27FC236}">
                  <a16:creationId xmlns:a16="http://schemas.microsoft.com/office/drawing/2014/main" id="{18DE06F2-4660-23BD-FA38-AE870189AF3A}"/>
                </a:ext>
              </a:extLst>
            </p:cNvPr>
            <p:cNvGrpSpPr>
              <a:grpSpLocks/>
            </p:cNvGrpSpPr>
            <p:nvPr/>
          </p:nvGrpSpPr>
          <p:grpSpPr bwMode="auto">
            <a:xfrm>
              <a:off x="3296" y="2552"/>
              <a:ext cx="336" cy="336"/>
              <a:chOff x="1448" y="2296"/>
              <a:chExt cx="336" cy="336"/>
            </a:xfrm>
          </p:grpSpPr>
          <p:sp>
            <p:nvSpPr>
              <p:cNvPr id="48" name="Oval 61">
                <a:extLst>
                  <a:ext uri="{FF2B5EF4-FFF2-40B4-BE49-F238E27FC236}">
                    <a16:creationId xmlns:a16="http://schemas.microsoft.com/office/drawing/2014/main" id="{C73D8E8D-283F-1FFA-261B-CD17CF389D0B}"/>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49" name="Text Box 62">
                <a:extLst>
                  <a:ext uri="{FF2B5EF4-FFF2-40B4-BE49-F238E27FC236}">
                    <a16:creationId xmlns:a16="http://schemas.microsoft.com/office/drawing/2014/main" id="{2AF9B887-A5D6-7BFA-2190-64826AD442A0}"/>
                  </a:ext>
                </a:extLst>
              </p:cNvPr>
              <p:cNvSpPr txBox="1">
                <a:spLocks noChangeArrowheads="1"/>
              </p:cNvSpPr>
              <p:nvPr/>
            </p:nvSpPr>
            <p:spPr bwMode="auto">
              <a:xfrm>
                <a:off x="1480" y="2302"/>
                <a:ext cx="304" cy="284"/>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3</a:t>
                </a:r>
              </a:p>
            </p:txBody>
          </p:sp>
        </p:grpSp>
        <p:grpSp>
          <p:nvGrpSpPr>
            <p:cNvPr id="24587" name="Group 63">
              <a:extLst>
                <a:ext uri="{FF2B5EF4-FFF2-40B4-BE49-F238E27FC236}">
                  <a16:creationId xmlns:a16="http://schemas.microsoft.com/office/drawing/2014/main" id="{A6BF09B6-8BDB-AB0E-8C7F-97312B987993}"/>
                </a:ext>
              </a:extLst>
            </p:cNvPr>
            <p:cNvGrpSpPr>
              <a:grpSpLocks/>
            </p:cNvGrpSpPr>
            <p:nvPr/>
          </p:nvGrpSpPr>
          <p:grpSpPr bwMode="auto">
            <a:xfrm>
              <a:off x="4256" y="2560"/>
              <a:ext cx="336" cy="336"/>
              <a:chOff x="1448" y="2296"/>
              <a:chExt cx="336" cy="336"/>
            </a:xfrm>
          </p:grpSpPr>
          <p:sp>
            <p:nvSpPr>
              <p:cNvPr id="46" name="Oval 64">
                <a:extLst>
                  <a:ext uri="{FF2B5EF4-FFF2-40B4-BE49-F238E27FC236}">
                    <a16:creationId xmlns:a16="http://schemas.microsoft.com/office/drawing/2014/main" id="{ECF18F16-FC01-C030-D556-2595B56AFF62}"/>
                  </a:ext>
                </a:extLst>
              </p:cNvPr>
              <p:cNvSpPr>
                <a:spLocks noChangeArrowheads="1"/>
              </p:cNvSpPr>
              <p:nvPr/>
            </p:nvSpPr>
            <p:spPr bwMode="auto">
              <a:xfrm>
                <a:off x="1448" y="2303"/>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47" name="Text Box 65">
                <a:extLst>
                  <a:ext uri="{FF2B5EF4-FFF2-40B4-BE49-F238E27FC236}">
                    <a16:creationId xmlns:a16="http://schemas.microsoft.com/office/drawing/2014/main" id="{EA9DDF69-792A-C9A1-670F-9DBED327D7AF}"/>
                  </a:ext>
                </a:extLst>
              </p:cNvPr>
              <p:cNvSpPr txBox="1">
                <a:spLocks noChangeArrowheads="1"/>
              </p:cNvSpPr>
              <p:nvPr/>
            </p:nvSpPr>
            <p:spPr bwMode="auto">
              <a:xfrm>
                <a:off x="1484" y="2304"/>
                <a:ext cx="308"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7</a:t>
                </a:r>
              </a:p>
            </p:txBody>
          </p:sp>
        </p:grpSp>
        <p:grpSp>
          <p:nvGrpSpPr>
            <p:cNvPr id="24588" name="Group 66">
              <a:extLst>
                <a:ext uri="{FF2B5EF4-FFF2-40B4-BE49-F238E27FC236}">
                  <a16:creationId xmlns:a16="http://schemas.microsoft.com/office/drawing/2014/main" id="{4BF44942-0168-0117-374E-0DFA39766A41}"/>
                </a:ext>
              </a:extLst>
            </p:cNvPr>
            <p:cNvGrpSpPr>
              <a:grpSpLocks/>
            </p:cNvGrpSpPr>
            <p:nvPr/>
          </p:nvGrpSpPr>
          <p:grpSpPr bwMode="auto">
            <a:xfrm>
              <a:off x="2976" y="2976"/>
              <a:ext cx="336" cy="336"/>
              <a:chOff x="1448" y="2296"/>
              <a:chExt cx="336" cy="336"/>
            </a:xfrm>
          </p:grpSpPr>
          <p:sp>
            <p:nvSpPr>
              <p:cNvPr id="44" name="Oval 67">
                <a:extLst>
                  <a:ext uri="{FF2B5EF4-FFF2-40B4-BE49-F238E27FC236}">
                    <a16:creationId xmlns:a16="http://schemas.microsoft.com/office/drawing/2014/main" id="{DEFA425E-B65B-ECB3-9588-1163FF719249}"/>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45" name="Text Box 68">
                <a:extLst>
                  <a:ext uri="{FF2B5EF4-FFF2-40B4-BE49-F238E27FC236}">
                    <a16:creationId xmlns:a16="http://schemas.microsoft.com/office/drawing/2014/main" id="{D814DF1B-F2D1-D4F3-0EB3-8F3D834C80CB}"/>
                  </a:ext>
                </a:extLst>
              </p:cNvPr>
              <p:cNvSpPr txBox="1">
                <a:spLocks noChangeArrowheads="1"/>
              </p:cNvSpPr>
              <p:nvPr/>
            </p:nvSpPr>
            <p:spPr bwMode="auto">
              <a:xfrm>
                <a:off x="1480" y="2304"/>
                <a:ext cx="304"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2</a:t>
                </a:r>
              </a:p>
            </p:txBody>
          </p:sp>
        </p:grpSp>
        <p:grpSp>
          <p:nvGrpSpPr>
            <p:cNvPr id="24589" name="Group 69">
              <a:extLst>
                <a:ext uri="{FF2B5EF4-FFF2-40B4-BE49-F238E27FC236}">
                  <a16:creationId xmlns:a16="http://schemas.microsoft.com/office/drawing/2014/main" id="{33532B4E-2A0E-D03F-F279-C8E1AD104F2C}"/>
                </a:ext>
              </a:extLst>
            </p:cNvPr>
            <p:cNvGrpSpPr>
              <a:grpSpLocks/>
            </p:cNvGrpSpPr>
            <p:nvPr/>
          </p:nvGrpSpPr>
          <p:grpSpPr bwMode="auto">
            <a:xfrm>
              <a:off x="3584" y="2976"/>
              <a:ext cx="336" cy="336"/>
              <a:chOff x="1448" y="2296"/>
              <a:chExt cx="336" cy="336"/>
            </a:xfrm>
          </p:grpSpPr>
          <p:sp>
            <p:nvSpPr>
              <p:cNvPr id="42" name="Oval 70">
                <a:extLst>
                  <a:ext uri="{FF2B5EF4-FFF2-40B4-BE49-F238E27FC236}">
                    <a16:creationId xmlns:a16="http://schemas.microsoft.com/office/drawing/2014/main" id="{E7539B4C-5360-B26B-1478-86FD859F7804}"/>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43" name="Text Box 71">
                <a:extLst>
                  <a:ext uri="{FF2B5EF4-FFF2-40B4-BE49-F238E27FC236}">
                    <a16:creationId xmlns:a16="http://schemas.microsoft.com/office/drawing/2014/main" id="{D7B01040-8A21-16A4-6735-59A469DE1E57}"/>
                  </a:ext>
                </a:extLst>
              </p:cNvPr>
              <p:cNvSpPr txBox="1">
                <a:spLocks noChangeArrowheads="1"/>
              </p:cNvSpPr>
              <p:nvPr/>
            </p:nvSpPr>
            <p:spPr bwMode="auto">
              <a:xfrm>
                <a:off x="1484" y="2304"/>
                <a:ext cx="308"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5</a:t>
                </a:r>
              </a:p>
            </p:txBody>
          </p:sp>
        </p:grpSp>
        <p:grpSp>
          <p:nvGrpSpPr>
            <p:cNvPr id="24590" name="Group 72">
              <a:extLst>
                <a:ext uri="{FF2B5EF4-FFF2-40B4-BE49-F238E27FC236}">
                  <a16:creationId xmlns:a16="http://schemas.microsoft.com/office/drawing/2014/main" id="{D4DF627D-4FF7-901D-9D89-6AB96A8DCF1A}"/>
                </a:ext>
              </a:extLst>
            </p:cNvPr>
            <p:cNvGrpSpPr>
              <a:grpSpLocks/>
            </p:cNvGrpSpPr>
            <p:nvPr/>
          </p:nvGrpSpPr>
          <p:grpSpPr bwMode="auto">
            <a:xfrm>
              <a:off x="4544" y="2976"/>
              <a:ext cx="336" cy="336"/>
              <a:chOff x="1448" y="2296"/>
              <a:chExt cx="336" cy="336"/>
            </a:xfrm>
          </p:grpSpPr>
          <p:sp>
            <p:nvSpPr>
              <p:cNvPr id="40" name="Oval 73">
                <a:extLst>
                  <a:ext uri="{FF2B5EF4-FFF2-40B4-BE49-F238E27FC236}">
                    <a16:creationId xmlns:a16="http://schemas.microsoft.com/office/drawing/2014/main" id="{F7E13F5A-C0F2-6C22-FC14-D009FA2904F1}"/>
                  </a:ext>
                </a:extLst>
              </p:cNvPr>
              <p:cNvSpPr>
                <a:spLocks noChangeArrowheads="1"/>
              </p:cNvSpPr>
              <p:nvPr/>
            </p:nvSpPr>
            <p:spPr bwMode="auto">
              <a:xfrm>
                <a:off x="1448" y="2296"/>
                <a:ext cx="336" cy="336"/>
              </a:xfrm>
              <a:prstGeom prst="ellipse">
                <a:avLst/>
              </a:prstGeom>
              <a:noFill/>
              <a:ln w="9525">
                <a:solidFill>
                  <a:schemeClr val="tx1"/>
                </a:solidFill>
                <a:round/>
                <a:headEnd/>
                <a:tailEnd/>
              </a:ln>
              <a:effectLst/>
            </p:spPr>
            <p:txBody>
              <a:bodyPr wrap="none" anchor="ct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41" name="Text Box 74">
                <a:extLst>
                  <a:ext uri="{FF2B5EF4-FFF2-40B4-BE49-F238E27FC236}">
                    <a16:creationId xmlns:a16="http://schemas.microsoft.com/office/drawing/2014/main" id="{9BDC0BE8-143C-02F1-E288-349BFC677B7B}"/>
                  </a:ext>
                </a:extLst>
              </p:cNvPr>
              <p:cNvSpPr txBox="1">
                <a:spLocks noChangeArrowheads="1"/>
              </p:cNvSpPr>
              <p:nvPr/>
            </p:nvSpPr>
            <p:spPr bwMode="auto">
              <a:xfrm>
                <a:off x="1480" y="2304"/>
                <a:ext cx="304" cy="288"/>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a:solidFill>
                      <a:schemeClr val="tx2">
                        <a:lumMod val="95000"/>
                        <a:lumOff val="5000"/>
                      </a:schemeClr>
                    </a:solidFill>
                    <a:latin typeface="Times New Roman" pitchFamily="16" charset="0"/>
                    <a:cs typeface="+mn-cs"/>
                  </a:rPr>
                  <a:t>9</a:t>
                </a:r>
              </a:p>
            </p:txBody>
          </p:sp>
        </p:grpSp>
        <p:sp>
          <p:nvSpPr>
            <p:cNvPr id="35" name="Line 75">
              <a:extLst>
                <a:ext uri="{FF2B5EF4-FFF2-40B4-BE49-F238E27FC236}">
                  <a16:creationId xmlns:a16="http://schemas.microsoft.com/office/drawing/2014/main" id="{EAA0865C-0B3B-9539-343C-8050A076DF3F}"/>
                </a:ext>
              </a:extLst>
            </p:cNvPr>
            <p:cNvSpPr>
              <a:spLocks noChangeShapeType="1"/>
            </p:cNvSpPr>
            <p:nvPr/>
          </p:nvSpPr>
          <p:spPr bwMode="auto">
            <a:xfrm flipH="1">
              <a:off x="3600" y="2488"/>
              <a:ext cx="196" cy="136"/>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36" name="Line 76">
              <a:extLst>
                <a:ext uri="{FF2B5EF4-FFF2-40B4-BE49-F238E27FC236}">
                  <a16:creationId xmlns:a16="http://schemas.microsoft.com/office/drawing/2014/main" id="{116A549F-6F74-5260-89EA-7220F7D96CAD}"/>
                </a:ext>
              </a:extLst>
            </p:cNvPr>
            <p:cNvSpPr>
              <a:spLocks noChangeShapeType="1"/>
            </p:cNvSpPr>
            <p:nvPr/>
          </p:nvSpPr>
          <p:spPr bwMode="auto">
            <a:xfrm flipH="1">
              <a:off x="3232" y="2840"/>
              <a:ext cx="112" cy="160"/>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37" name="Line 77">
              <a:extLst>
                <a:ext uri="{FF2B5EF4-FFF2-40B4-BE49-F238E27FC236}">
                  <a16:creationId xmlns:a16="http://schemas.microsoft.com/office/drawing/2014/main" id="{A35045C2-FD31-BBBC-DFC9-28544FB96944}"/>
                </a:ext>
              </a:extLst>
            </p:cNvPr>
            <p:cNvSpPr>
              <a:spLocks noChangeShapeType="1"/>
            </p:cNvSpPr>
            <p:nvPr/>
          </p:nvSpPr>
          <p:spPr bwMode="auto">
            <a:xfrm>
              <a:off x="3584" y="2832"/>
              <a:ext cx="99" cy="159"/>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38" name="Line 78">
              <a:extLst>
                <a:ext uri="{FF2B5EF4-FFF2-40B4-BE49-F238E27FC236}">
                  <a16:creationId xmlns:a16="http://schemas.microsoft.com/office/drawing/2014/main" id="{89976CE6-C48A-C698-A97B-BC3751F0FEF1}"/>
                </a:ext>
              </a:extLst>
            </p:cNvPr>
            <p:cNvSpPr>
              <a:spLocks noChangeShapeType="1"/>
            </p:cNvSpPr>
            <p:nvPr/>
          </p:nvSpPr>
          <p:spPr bwMode="auto">
            <a:xfrm>
              <a:off x="4080" y="2488"/>
              <a:ext cx="224" cy="136"/>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sp>
          <p:nvSpPr>
            <p:cNvPr id="39" name="Line 79">
              <a:extLst>
                <a:ext uri="{FF2B5EF4-FFF2-40B4-BE49-F238E27FC236}">
                  <a16:creationId xmlns:a16="http://schemas.microsoft.com/office/drawing/2014/main" id="{FAB1597D-678F-7C4B-88C4-46D661850637}"/>
                </a:ext>
              </a:extLst>
            </p:cNvPr>
            <p:cNvSpPr>
              <a:spLocks noChangeShapeType="1"/>
            </p:cNvSpPr>
            <p:nvPr/>
          </p:nvSpPr>
          <p:spPr bwMode="auto">
            <a:xfrm>
              <a:off x="4544" y="2847"/>
              <a:ext cx="104" cy="153"/>
            </a:xfrm>
            <a:prstGeom prst="line">
              <a:avLst/>
            </a:prstGeom>
            <a:noFill/>
            <a:ln w="9525">
              <a:solidFill>
                <a:schemeClr val="tx1"/>
              </a:solidFill>
              <a:round/>
              <a:headEnd/>
              <a:tailEnd/>
            </a:ln>
            <a:effectLst/>
          </p:spPr>
          <p:txBody>
            <a:bodyPr/>
            <a:lstStyle/>
            <a:p>
              <a:pPr>
                <a:buClr>
                  <a:srgbClr val="000000"/>
                </a:buClr>
                <a:buSzPct val="100000"/>
                <a:buFont typeface="Times New Roman" pitchFamily="16" charset="0"/>
                <a:buNone/>
                <a:defRPr/>
              </a:pPr>
              <a:endParaRPr lang="en-IN">
                <a:solidFill>
                  <a:schemeClr val="tx2">
                    <a:lumMod val="95000"/>
                    <a:lumOff val="5000"/>
                  </a:schemeClr>
                </a:solidFill>
                <a:latin typeface="Times New Roman" pitchFamily="16" charset="0"/>
                <a:cs typeface="+mn-cs"/>
              </a:endParaRPr>
            </a:p>
          </p:txBody>
        </p:sp>
      </p:grpSp>
      <p:sp>
        <p:nvSpPr>
          <p:cNvPr id="52" name="Text Box 80">
            <a:extLst>
              <a:ext uri="{FF2B5EF4-FFF2-40B4-BE49-F238E27FC236}">
                <a16:creationId xmlns:a16="http://schemas.microsoft.com/office/drawing/2014/main" id="{DE0A04D2-9E63-1C77-F13F-6DBBA787CC62}"/>
              </a:ext>
            </a:extLst>
          </p:cNvPr>
          <p:cNvSpPr txBox="1">
            <a:spLocks noChangeArrowheads="1"/>
          </p:cNvSpPr>
          <p:nvPr/>
        </p:nvSpPr>
        <p:spPr bwMode="auto">
          <a:xfrm>
            <a:off x="1000125" y="5183188"/>
            <a:ext cx="2936875" cy="461962"/>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a binary search tree</a:t>
            </a:r>
          </a:p>
        </p:txBody>
      </p:sp>
      <p:sp>
        <p:nvSpPr>
          <p:cNvPr id="53" name="Text Box 81">
            <a:extLst>
              <a:ext uri="{FF2B5EF4-FFF2-40B4-BE49-F238E27FC236}">
                <a16:creationId xmlns:a16="http://schemas.microsoft.com/office/drawing/2014/main" id="{484D7910-9220-2515-F132-9218AD1A98B1}"/>
              </a:ext>
            </a:extLst>
          </p:cNvPr>
          <p:cNvSpPr txBox="1">
            <a:spLocks noChangeArrowheads="1"/>
          </p:cNvSpPr>
          <p:nvPr/>
        </p:nvSpPr>
        <p:spPr bwMode="auto">
          <a:xfrm>
            <a:off x="4794250" y="5173663"/>
            <a:ext cx="3390900" cy="461962"/>
          </a:xfrm>
          <a:prstGeom prst="rect">
            <a:avLst/>
          </a:prstGeom>
          <a:noFill/>
          <a:ln w="9525">
            <a:noFill/>
            <a:miter lim="800000"/>
            <a:headEnd/>
            <a:tailEnd/>
          </a:ln>
          <a:effectLst/>
        </p:spPr>
        <p:txBody>
          <a:bodyPr>
            <a:spAutoFit/>
          </a:bodyPr>
          <a:lstStyle/>
          <a:p>
            <a:pPr algn="ctr">
              <a:spcBef>
                <a:spcPct val="50000"/>
              </a:spcBef>
              <a:buClr>
                <a:srgbClr val="000000"/>
              </a:buClr>
              <a:buSzPct val="100000"/>
              <a:buFont typeface="Times New Roman" pitchFamily="16" charset="0"/>
              <a:buNone/>
              <a:defRPr/>
            </a:pPr>
            <a:r>
              <a:rPr lang="en-US" dirty="0">
                <a:solidFill>
                  <a:schemeClr val="tx2">
                    <a:lumMod val="95000"/>
                    <a:lumOff val="5000"/>
                  </a:schemeClr>
                </a:solidFill>
                <a:latin typeface="Times New Roman" pitchFamily="16" charset="0"/>
                <a:cs typeface="+mn-cs"/>
              </a:rPr>
              <a:t>not a binary search tree</a:t>
            </a:r>
          </a:p>
        </p:txBody>
      </p:sp>
      <p:sp>
        <p:nvSpPr>
          <p:cNvPr id="54" name="Text Box 82">
            <a:extLst>
              <a:ext uri="{FF2B5EF4-FFF2-40B4-BE49-F238E27FC236}">
                <a16:creationId xmlns:a16="http://schemas.microsoft.com/office/drawing/2014/main" id="{009BE59F-4414-36AB-0CA4-47DDDD0E708E}"/>
              </a:ext>
            </a:extLst>
          </p:cNvPr>
          <p:cNvSpPr txBox="1">
            <a:spLocks noChangeArrowheads="1"/>
          </p:cNvSpPr>
          <p:nvPr/>
        </p:nvSpPr>
        <p:spPr bwMode="auto">
          <a:xfrm>
            <a:off x="995363" y="5902325"/>
            <a:ext cx="7831137" cy="831850"/>
          </a:xfrm>
          <a:prstGeom prst="rect">
            <a:avLst/>
          </a:prstGeom>
          <a:noFill/>
          <a:ln w="9525">
            <a:noFill/>
            <a:miter lim="800000"/>
            <a:headEnd/>
            <a:tailEnd/>
          </a:ln>
          <a:effectLst/>
        </p:spPr>
        <p:txBody>
          <a:bodyPr>
            <a:spAutoFit/>
          </a:bodyPr>
          <a:lstStyle/>
          <a:p>
            <a:pPr>
              <a:spcBef>
                <a:spcPct val="50000"/>
              </a:spcBef>
              <a:buClr>
                <a:srgbClr val="000000"/>
              </a:buClr>
              <a:buSzPct val="100000"/>
              <a:buFont typeface="Times New Roman" pitchFamily="16" charset="0"/>
              <a:buNone/>
              <a:defRPr/>
            </a:pPr>
            <a:r>
              <a:rPr lang="en-US" b="1" dirty="0">
                <a:solidFill>
                  <a:schemeClr val="tx2">
                    <a:lumMod val="95000"/>
                    <a:lumOff val="5000"/>
                  </a:schemeClr>
                </a:solidFill>
                <a:latin typeface="Times New Roman" pitchFamily="16" charset="0"/>
                <a:cs typeface="+mn-cs"/>
              </a:rPr>
              <a:t>Note:</a:t>
            </a:r>
            <a:r>
              <a:rPr lang="en-US" dirty="0">
                <a:solidFill>
                  <a:schemeClr val="tx2">
                    <a:lumMod val="95000"/>
                    <a:lumOff val="5000"/>
                  </a:schemeClr>
                </a:solidFill>
                <a:latin typeface="Times New Roman" pitchFamily="16" charset="0"/>
                <a:cs typeface="+mn-cs"/>
              </a:rPr>
              <a:t> there is no requirement that a binary search tree be a complete binary tree.</a:t>
            </a:r>
            <a:endParaRPr lang="en-US" b="1" dirty="0">
              <a:solidFill>
                <a:schemeClr val="tx2">
                  <a:lumMod val="95000"/>
                  <a:lumOff val="5000"/>
                </a:schemeClr>
              </a:solidFill>
              <a:latin typeface="Times New Roman" pitchFamily="16" charset="0"/>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anim calcmode="lin" valueType="num">
                                      <p:cBhvr additive="base">
                                        <p:cTn id="15" dur="500" fill="hold"/>
                                        <p:tgtEl>
                                          <p:spTgt spid="52"/>
                                        </p:tgtEl>
                                        <p:attrNameLst>
                                          <p:attrName>ppt_x</p:attrName>
                                        </p:attrNameLst>
                                      </p:cBhvr>
                                      <p:tavLst>
                                        <p:tav tm="0">
                                          <p:val>
                                            <p:strVal val="#ppt_x"/>
                                          </p:val>
                                        </p:tav>
                                        <p:tav tm="100000">
                                          <p:val>
                                            <p:strVal val="#ppt_x"/>
                                          </p:val>
                                        </p:tav>
                                      </p:tavLst>
                                    </p:anim>
                                    <p:anim calcmode="lin" valueType="num">
                                      <p:cBhvr additive="base">
                                        <p:cTn id="16" dur="500" fill="hold"/>
                                        <p:tgtEl>
                                          <p:spTgt spid="5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ppt_x"/>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anim calcmode="lin" valueType="num">
                                      <p:cBhvr additive="base">
                                        <p:cTn id="23" dur="500" fill="hold"/>
                                        <p:tgtEl>
                                          <p:spTgt spid="54"/>
                                        </p:tgtEl>
                                        <p:attrNameLst>
                                          <p:attrName>ppt_x</p:attrName>
                                        </p:attrNameLst>
                                      </p:cBhvr>
                                      <p:tavLst>
                                        <p:tav tm="0">
                                          <p:val>
                                            <p:strVal val="#ppt_x"/>
                                          </p:val>
                                        </p:tav>
                                        <p:tav tm="100000">
                                          <p:val>
                                            <p:strVal val="#ppt_x"/>
                                          </p:val>
                                        </p:tav>
                                      </p:tavLst>
                                    </p:anim>
                                    <p:anim calcmode="lin" valueType="num">
                                      <p:cBhvr additive="base">
                                        <p:cTn id="2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p:bldP spid="53" grpId="0"/>
      <p:bldP spid="5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Content Placeholder 2">
            <a:extLst>
              <a:ext uri="{FF2B5EF4-FFF2-40B4-BE49-F238E27FC236}">
                <a16:creationId xmlns:a16="http://schemas.microsoft.com/office/drawing/2014/main" id="{A45F2679-3B38-7E44-72B0-7B54F511B3CC}"/>
              </a:ext>
            </a:extLst>
          </p:cNvPr>
          <p:cNvSpPr>
            <a:spLocks noGrp="1" noChangeArrowheads="1"/>
          </p:cNvSpPr>
          <p:nvPr>
            <p:ph idx="1"/>
          </p:nvPr>
        </p:nvSpPr>
        <p:spPr>
          <a:xfrm>
            <a:off x="1062038" y="1073150"/>
            <a:ext cx="7847012" cy="3627438"/>
          </a:xfrm>
        </p:spPr>
        <p:txBody>
          <a:bodyPr/>
          <a:lstStyle/>
          <a:p>
            <a:pPr>
              <a:buFont typeface="Times New Roman" panose="02020603050405020304" pitchFamily="18" charset="0"/>
              <a:buNone/>
            </a:pPr>
            <a:r>
              <a:rPr lang="en-US" altLang="en-US" sz="1800">
                <a:latin typeface="Times New Roman" panose="02020603050405020304" pitchFamily="18" charset="0"/>
                <a:cs typeface="Times New Roman" panose="02020603050405020304" pitchFamily="18" charset="0"/>
              </a:rPr>
              <a:t>Make a BST of list   </a:t>
            </a:r>
            <a:r>
              <a:rPr lang="en-US" altLang="en-US" sz="2000" b="0"/>
              <a:t>10,12,5,4,20,8,7,15 and 13</a:t>
            </a:r>
            <a:endParaRPr lang="en-US" altLang="en-US" b="0"/>
          </a:p>
          <a:p>
            <a:pPr>
              <a:buFont typeface="Times New Roman" panose="02020603050405020304" pitchFamily="18" charset="0"/>
              <a:buNone/>
            </a:pPr>
            <a:endParaRPr lang="en-US" altLang="en-US" sz="1800">
              <a:latin typeface="Times New Roman" panose="02020603050405020304" pitchFamily="18" charset="0"/>
              <a:cs typeface="Times New Roman" panose="02020603050405020304" pitchFamily="18" charset="0"/>
            </a:endParaRPr>
          </a:p>
          <a:p>
            <a:pPr>
              <a:buFont typeface="Times New Roman" panose="02020603050405020304" pitchFamily="18" charset="0"/>
              <a:buNone/>
            </a:pPr>
            <a:r>
              <a:rPr lang="en-US" altLang="en-US" sz="1800" b="0">
                <a:latin typeface="Times New Roman" panose="02020603050405020304" pitchFamily="18" charset="0"/>
                <a:cs typeface="Times New Roman" panose="02020603050405020304" pitchFamily="18" charset="0"/>
              </a:rPr>
              <a:t>		</a:t>
            </a:r>
            <a:endParaRPr lang="en-IN" altLang="en-US" sz="1800" b="0">
              <a:latin typeface="Times New Roman" panose="02020603050405020304" pitchFamily="18" charset="0"/>
              <a:cs typeface="Times New Roman" panose="02020603050405020304" pitchFamily="18" charset="0"/>
            </a:endParaRPr>
          </a:p>
        </p:txBody>
      </p:sp>
      <p:pic>
        <p:nvPicPr>
          <p:cNvPr id="25603" name="Picture 36" descr="http://btechsmartclass.com/DS/images/BST%20Construction.png">
            <a:extLst>
              <a:ext uri="{FF2B5EF4-FFF2-40B4-BE49-F238E27FC236}">
                <a16:creationId xmlns:a16="http://schemas.microsoft.com/office/drawing/2014/main" id="{FE3D0226-79DB-BEB5-AF39-E49237C2B2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341438"/>
            <a:ext cx="6823075" cy="522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D48E0BD7-2E4B-937A-53FB-DEBF2606D096}"/>
              </a:ext>
            </a:extLst>
          </p:cNvPr>
          <p:cNvSpPr>
            <a:spLocks noGrp="1" noChangeArrowheads="1"/>
          </p:cNvSpPr>
          <p:nvPr>
            <p:ph type="title"/>
          </p:nvPr>
        </p:nvSpPr>
        <p:spPr>
          <a:xfrm>
            <a:off x="0" y="0"/>
            <a:ext cx="8131175" cy="955675"/>
          </a:xfrm>
        </p:spPr>
        <p:txBody>
          <a:bodyPr/>
          <a:lstStyle/>
          <a:p>
            <a:r>
              <a:rPr lang="en-US" altLang="en-US"/>
              <a:t>Draw a Binary search tree from given traversal orders</a:t>
            </a:r>
            <a:br>
              <a:rPr lang="en-US" altLang="en-US"/>
            </a:br>
            <a:r>
              <a:rPr lang="en-US" altLang="en-US" sz="2800"/>
              <a:t>Case 1 : Inorder and PostOrder</a:t>
            </a:r>
            <a:endParaRPr lang="en-US" altLang="en-US"/>
          </a:p>
        </p:txBody>
      </p:sp>
      <p:pic>
        <p:nvPicPr>
          <p:cNvPr id="26627" name="Picture 2" descr="http://1.bp.blogspot.com/-5WKneKfGrDg/VdvvKBOwf2I/AAAAAAAAAQU/XCX0zTqxJDs/s1600/binary-Tree-From-In-Post-Order-TraversalAlgorithm.png">
            <a:extLst>
              <a:ext uri="{FF2B5EF4-FFF2-40B4-BE49-F238E27FC236}">
                <a16:creationId xmlns:a16="http://schemas.microsoft.com/office/drawing/2014/main" id="{91356327-F024-803E-3DB8-402E1693B8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25" y="1484313"/>
            <a:ext cx="8027988" cy="504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503A0712-08E4-CAFE-D32C-47FD49393FE2}"/>
              </a:ext>
            </a:extLst>
          </p:cNvPr>
          <p:cNvSpPr>
            <a:spLocks noGrp="1" noChangeArrowheads="1"/>
          </p:cNvSpPr>
          <p:nvPr>
            <p:ph type="title"/>
          </p:nvPr>
        </p:nvSpPr>
        <p:spPr>
          <a:xfrm>
            <a:off x="0" y="0"/>
            <a:ext cx="8131175" cy="955675"/>
          </a:xfrm>
        </p:spPr>
        <p:txBody>
          <a:bodyPr/>
          <a:lstStyle/>
          <a:p>
            <a:r>
              <a:rPr lang="en-US" altLang="en-US"/>
              <a:t>Draw a Binary search tree from given traversal orders</a:t>
            </a:r>
            <a:br>
              <a:rPr lang="en-US" altLang="en-US"/>
            </a:br>
            <a:r>
              <a:rPr lang="en-US" altLang="en-US" sz="2800"/>
              <a:t>Case 2 : Inorder and PreOrder</a:t>
            </a:r>
            <a:endParaRPr lang="en-US" altLang="en-US"/>
          </a:p>
        </p:txBody>
      </p:sp>
      <p:pic>
        <p:nvPicPr>
          <p:cNvPr id="27651" name="Picture 2" descr="http://2.bp.blogspot.com/-wUKdiK2lK2k/VelLxPzo_0I/AAAAAAAAARE/HPjJaZ3B64c/s1600/binary-Tree-From-In-Pre-Order-TraversalAlgorithmCase1.png">
            <a:extLst>
              <a:ext uri="{FF2B5EF4-FFF2-40B4-BE49-F238E27FC236}">
                <a16:creationId xmlns:a16="http://schemas.microsoft.com/office/drawing/2014/main" id="{2348E252-0C64-7F25-3A9A-8CA748C5A6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196975"/>
            <a:ext cx="5545138" cy="305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64CBEDE4-C4DA-8492-F371-6D4CC2FE8868}"/>
              </a:ext>
            </a:extLst>
          </p:cNvPr>
          <p:cNvSpPr>
            <a:spLocks noGrp="1" noChangeArrowheads="1"/>
          </p:cNvSpPr>
          <p:nvPr>
            <p:ph type="title"/>
          </p:nvPr>
        </p:nvSpPr>
        <p:spPr>
          <a:xfrm>
            <a:off x="762000" y="152400"/>
            <a:ext cx="4524375" cy="847725"/>
          </a:xfrm>
        </p:spPr>
        <p:txBody>
          <a:bodyPr/>
          <a:lstStyle/>
          <a:p>
            <a:r>
              <a:rPr lang="en-US" altLang="en-US"/>
              <a:t>Steps :</a:t>
            </a:r>
            <a:endParaRPr lang="en-IN" altLang="en-US"/>
          </a:p>
        </p:txBody>
      </p:sp>
      <p:sp>
        <p:nvSpPr>
          <p:cNvPr id="3" name="Content Placeholder 2">
            <a:extLst>
              <a:ext uri="{FF2B5EF4-FFF2-40B4-BE49-F238E27FC236}">
                <a16:creationId xmlns:a16="http://schemas.microsoft.com/office/drawing/2014/main" id="{5562C467-3CBA-9731-34CD-61B30D554E69}"/>
              </a:ext>
            </a:extLst>
          </p:cNvPr>
          <p:cNvSpPr>
            <a:spLocks noGrp="1"/>
          </p:cNvSpPr>
          <p:nvPr>
            <p:ph idx="1"/>
          </p:nvPr>
        </p:nvSpPr>
        <p:spPr>
          <a:xfrm>
            <a:off x="392113" y="692150"/>
            <a:ext cx="7989887" cy="3627438"/>
          </a:xfrm>
        </p:spPr>
        <p:txBody>
          <a:bodyPr/>
          <a:lstStyle/>
          <a:p>
            <a:pPr algn="just">
              <a:buFont typeface="Times New Roman" pitchFamily="16" charset="0"/>
              <a:buChar char="•"/>
              <a:defRPr/>
            </a:pPr>
            <a:r>
              <a:rPr lang="en-US" sz="1600" u="sng" dirty="0">
                <a:latin typeface="Times New Roman" pitchFamily="18" charset="0"/>
                <a:cs typeface="Times New Roman" pitchFamily="18" charset="0"/>
              </a:rPr>
              <a:t>Step 1:</a:t>
            </a:r>
            <a:r>
              <a:rPr lang="en-US" sz="1600" b="0" dirty="0">
                <a:latin typeface="Times New Roman" pitchFamily="18" charset="0"/>
                <a:cs typeface="Times New Roman" pitchFamily="18" charset="0"/>
              </a:rPr>
              <a:t> Read the first element from Pre order traversal which is root node. Now, we come to know which is root node.(in our case it is 50)</a:t>
            </a:r>
          </a:p>
          <a:p>
            <a:pPr algn="just">
              <a:buFont typeface="Times New Roman" pitchFamily="16" charset="0"/>
              <a:buChar char="•"/>
              <a:defRPr/>
            </a:pPr>
            <a:r>
              <a:rPr lang="en-US" sz="1600" u="sng" dirty="0">
                <a:latin typeface="Times New Roman" pitchFamily="18" charset="0"/>
                <a:cs typeface="Times New Roman" pitchFamily="18" charset="0"/>
              </a:rPr>
              <a:t>Step 2: </a:t>
            </a:r>
            <a:r>
              <a:rPr lang="en-US" sz="1600" b="0" dirty="0">
                <a:latin typeface="Times New Roman" pitchFamily="18" charset="0"/>
                <a:cs typeface="Times New Roman" pitchFamily="18" charset="0"/>
              </a:rPr>
              <a:t>Search the same element (element 50) in In-order traversal, when the element is found in In-order traversal, then we can very well say that all the elements present before the node found are Left children/sub-tree and all the elements present after the node found are Right children/sub-tree of node found. (as in In-order traversal Left child's are read first and then root node and then right nodes.)</a:t>
            </a:r>
          </a:p>
          <a:p>
            <a:pPr algn="just">
              <a:buFont typeface="Times New Roman" pitchFamily="16" charset="0"/>
              <a:buChar char="•"/>
              <a:defRPr/>
            </a:pPr>
            <a:r>
              <a:rPr lang="en-US" sz="1600" b="0" dirty="0">
                <a:latin typeface="Times New Roman" pitchFamily="18" charset="0"/>
                <a:cs typeface="Times New Roman" pitchFamily="18" charset="0"/>
              </a:rPr>
              <a:t>In our example, </a:t>
            </a:r>
            <a:r>
              <a:rPr lang="en-US" sz="1600" dirty="0"/>
              <a:t>In-order traversal </a:t>
            </a:r>
            <a:r>
              <a:rPr lang="en-US" sz="1600" b="0" dirty="0"/>
              <a:t>: 20  30  35  40  45  50  55  60  70</a:t>
            </a:r>
          </a:p>
          <a:p>
            <a:pPr marL="0" indent="0" algn="just">
              <a:buFont typeface="Times New Roman" panose="02020603050405020304" pitchFamily="18" charset="0"/>
              <a:buNone/>
              <a:defRPr/>
            </a:pPr>
            <a:r>
              <a:rPr lang="en-US" sz="1600" dirty="0"/>
              <a:t>Pre-order traversal </a:t>
            </a:r>
            <a:r>
              <a:rPr lang="en-US" sz="1600" b="0" dirty="0"/>
              <a:t>: 50  40  30  20  35  45  60  55  70</a:t>
            </a:r>
            <a:endParaRPr lang="en-US" sz="1600" b="0" dirty="0">
              <a:latin typeface="Times New Roman" pitchFamily="18" charset="0"/>
              <a:cs typeface="Times New Roman" pitchFamily="18" charset="0"/>
            </a:endParaRPr>
          </a:p>
          <a:p>
            <a:pPr algn="just">
              <a:buFont typeface="Times New Roman" pitchFamily="16" charset="0"/>
              <a:buChar char="•"/>
              <a:defRPr/>
            </a:pPr>
            <a:r>
              <a:rPr lang="en-US" sz="1600" b="0" dirty="0">
                <a:latin typeface="Times New Roman" pitchFamily="18" charset="0"/>
                <a:cs typeface="Times New Roman" pitchFamily="18" charset="0"/>
              </a:rPr>
              <a:t>(20, 30, 35, 40, 45)  will be part of Left Sub-tree of Node 50.</a:t>
            </a:r>
          </a:p>
          <a:p>
            <a:pPr algn="just">
              <a:buFont typeface="Times New Roman" pitchFamily="16" charset="0"/>
              <a:buChar char="•"/>
              <a:defRPr/>
            </a:pPr>
            <a:r>
              <a:rPr lang="en-US" sz="1600" b="0" dirty="0">
                <a:latin typeface="Times New Roman" pitchFamily="18" charset="0"/>
                <a:cs typeface="Times New Roman" pitchFamily="18" charset="0"/>
              </a:rPr>
              <a:t>(55, 60, 70) will be part of Right Sub-tree of Node 50.</a:t>
            </a:r>
          </a:p>
          <a:p>
            <a:pPr algn="just">
              <a:buFont typeface="Times New Roman" pitchFamily="16" charset="0"/>
              <a:buChar char="•"/>
              <a:defRPr/>
            </a:pPr>
            <a:r>
              <a:rPr lang="en-US" sz="1600" b="0" dirty="0">
                <a:latin typeface="Times New Roman" pitchFamily="18" charset="0"/>
                <a:cs typeface="Times New Roman" pitchFamily="18" charset="0"/>
              </a:rPr>
              <a:t>Now we got the fresh </a:t>
            </a:r>
            <a:r>
              <a:rPr lang="en-US" sz="1600" b="0" dirty="0" err="1">
                <a:latin typeface="Times New Roman" pitchFamily="18" charset="0"/>
                <a:cs typeface="Times New Roman" pitchFamily="18" charset="0"/>
              </a:rPr>
              <a:t>inOrder</a:t>
            </a:r>
            <a:r>
              <a:rPr lang="en-US" sz="1600" b="0" dirty="0">
                <a:latin typeface="Times New Roman" pitchFamily="18" charset="0"/>
                <a:cs typeface="Times New Roman" pitchFamily="18" charset="0"/>
              </a:rPr>
              <a:t> (20, 30, 35, 40, 45) and (55, 60, 70)</a:t>
            </a:r>
          </a:p>
          <a:p>
            <a:pPr algn="just">
              <a:buFont typeface="Times New Roman" pitchFamily="16" charset="0"/>
              <a:buChar char="•"/>
              <a:defRPr/>
            </a:pPr>
            <a:r>
              <a:rPr lang="en-US" sz="1600" b="0" dirty="0">
                <a:latin typeface="Times New Roman" pitchFamily="18" charset="0"/>
                <a:cs typeface="Times New Roman" pitchFamily="18" charset="0"/>
              </a:rPr>
              <a:t>Repeat the  Step 1 and Step 2 for new </a:t>
            </a:r>
            <a:r>
              <a:rPr lang="en-US" sz="1600" b="0" dirty="0" err="1">
                <a:latin typeface="Times New Roman" pitchFamily="18" charset="0"/>
                <a:cs typeface="Times New Roman" pitchFamily="18" charset="0"/>
              </a:rPr>
              <a:t>inOrder</a:t>
            </a:r>
            <a:endParaRPr lang="en-US" sz="1600" b="0" dirty="0">
              <a:latin typeface="Times New Roman" pitchFamily="18" charset="0"/>
              <a:cs typeface="Times New Roman" pitchFamily="18" charset="0"/>
            </a:endParaRPr>
          </a:p>
          <a:p>
            <a:pPr algn="just">
              <a:buFont typeface="Times New Roman" pitchFamily="16" charset="0"/>
              <a:buChar char="•"/>
              <a:defRPr/>
            </a:pPr>
            <a:r>
              <a:rPr lang="en-US" sz="2400" u="sng" dirty="0">
                <a:latin typeface="Times New Roman" pitchFamily="18" charset="0"/>
                <a:cs typeface="Times New Roman" pitchFamily="18" charset="0"/>
              </a:rPr>
              <a:t>Note</a:t>
            </a:r>
            <a:r>
              <a:rPr lang="en-US" sz="1600" b="0" dirty="0">
                <a:latin typeface="Times New Roman" pitchFamily="18" charset="0"/>
                <a:cs typeface="Times New Roman" pitchFamily="18" charset="0"/>
              </a:rPr>
              <a:t>: </a:t>
            </a:r>
            <a:r>
              <a:rPr lang="en-US" sz="2000" dirty="0">
                <a:latin typeface="Times New Roman" pitchFamily="18" charset="0"/>
                <a:cs typeface="Times New Roman" pitchFamily="18" charset="0"/>
              </a:rPr>
              <a:t>We will find the root node from Pre-order/</a:t>
            </a:r>
            <a:r>
              <a:rPr lang="en-US" sz="2000" dirty="0" err="1">
                <a:latin typeface="Times New Roman" pitchFamily="18" charset="0"/>
                <a:cs typeface="Times New Roman" pitchFamily="18" charset="0"/>
              </a:rPr>
              <a:t>Postorder</a:t>
            </a:r>
            <a:r>
              <a:rPr lang="en-US" sz="2000" dirty="0">
                <a:latin typeface="Times New Roman" pitchFamily="18" charset="0"/>
                <a:cs typeface="Times New Roman" pitchFamily="18" charset="0"/>
              </a:rPr>
              <a:t> traversal and then left child's and right child's from In-order </a:t>
            </a:r>
            <a:endParaRPr lang="en-IN" sz="1600" dirty="0">
              <a:latin typeface="Times New Roman" pitchFamily="18" charset="0"/>
              <a:cs typeface="Times New Roman"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CD9109-963E-CA01-B92D-A0C15F37577D}"/>
              </a:ext>
            </a:extLst>
          </p:cNvPr>
          <p:cNvSpPr>
            <a:spLocks noGrp="1"/>
          </p:cNvSpPr>
          <p:nvPr>
            <p:ph idx="1"/>
          </p:nvPr>
        </p:nvSpPr>
        <p:spPr>
          <a:xfrm>
            <a:off x="179388" y="1143000"/>
            <a:ext cx="8713787" cy="3627438"/>
          </a:xfrm>
        </p:spPr>
        <p:txBody>
          <a:bodyPr/>
          <a:lstStyle/>
          <a:p>
            <a:pPr marL="0" indent="0">
              <a:buFont typeface="Times New Roman" panose="02020603050405020304" pitchFamily="18" charset="0"/>
              <a:buNone/>
              <a:defRPr/>
            </a:pPr>
            <a:r>
              <a:rPr lang="en-US" altLang="en-US" dirty="0"/>
              <a:t>Make a binary tree out of these traversals :</a:t>
            </a:r>
          </a:p>
          <a:p>
            <a:pPr>
              <a:buFont typeface="Times New Roman" panose="02020603050405020304" pitchFamily="18" charset="0"/>
              <a:buNone/>
              <a:defRPr/>
            </a:pPr>
            <a:r>
              <a:rPr lang="en-US" altLang="en-US" dirty="0"/>
              <a:t>1) In-Order: E,A,C,K,F,H,D,B,G</a:t>
            </a:r>
          </a:p>
          <a:p>
            <a:pPr>
              <a:buFont typeface="Times New Roman" panose="02020603050405020304" pitchFamily="18" charset="0"/>
              <a:buNone/>
              <a:defRPr/>
            </a:pPr>
            <a:r>
              <a:rPr lang="en-US" altLang="en-US" dirty="0"/>
              <a:t>	Pre-Order: F,A,E,K,C,D,H,G,B</a:t>
            </a:r>
          </a:p>
          <a:p>
            <a:pPr>
              <a:buFont typeface="Times New Roman" panose="02020603050405020304" pitchFamily="18" charset="0"/>
              <a:buNone/>
              <a:defRPr/>
            </a:pPr>
            <a:endParaRPr lang="en-US" altLang="en-US" dirty="0"/>
          </a:p>
          <a:p>
            <a:pPr>
              <a:buFont typeface="Times New Roman" panose="02020603050405020304" pitchFamily="18" charset="0"/>
              <a:buNone/>
              <a:defRPr/>
            </a:pPr>
            <a:r>
              <a:rPr lang="en-US" altLang="en-US" dirty="0"/>
              <a:t>2) In-order (4,7,2,8,5,1,6,9,3)</a:t>
            </a:r>
          </a:p>
          <a:p>
            <a:pPr>
              <a:buFont typeface="Times New Roman" panose="02020603050405020304" pitchFamily="18" charset="0"/>
              <a:buNone/>
              <a:defRPr/>
            </a:pPr>
            <a:r>
              <a:rPr lang="en-US" altLang="en-US" dirty="0"/>
              <a:t>	Pre-Order(1,2,4,7,5,8,3,6,9)</a:t>
            </a:r>
            <a:endParaRPr lang="en-I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D00D0C-8716-AD2F-2804-4C417CCB07BD}"/>
              </a:ext>
            </a:extLst>
          </p:cNvPr>
          <p:cNvSpPr>
            <a:spLocks noGrp="1"/>
          </p:cNvSpPr>
          <p:nvPr>
            <p:ph idx="1"/>
          </p:nvPr>
        </p:nvSpPr>
        <p:spPr/>
        <p:txBody>
          <a:bodyPr/>
          <a:lstStyle/>
          <a:p>
            <a:pPr marL="0" indent="0">
              <a:buFont typeface="Times New Roman" panose="02020603050405020304" pitchFamily="18" charset="0"/>
              <a:buNone/>
            </a:pPr>
            <a:r>
              <a:rPr lang="en-US" altLang="en-US" sz="2800" dirty="0"/>
              <a:t>Algorithm: Search in BST</a:t>
            </a:r>
          </a:p>
          <a:p>
            <a:pPr marL="0" indent="0"/>
            <a:r>
              <a:rPr lang="en-US" altLang="en-US" sz="1800" dirty="0"/>
              <a:t>Start from the root node.</a:t>
            </a:r>
          </a:p>
          <a:p>
            <a:pPr marL="0" indent="0"/>
            <a:r>
              <a:rPr lang="en-US" altLang="en-US" sz="1800" dirty="0"/>
              <a:t>If the root is NULL, the item is not found.</a:t>
            </a:r>
          </a:p>
          <a:p>
            <a:pPr marL="0" indent="0"/>
            <a:r>
              <a:rPr lang="en-US" altLang="en-US" sz="1800" dirty="0"/>
              <a:t>If the key equals the root’s value → return found.</a:t>
            </a:r>
          </a:p>
          <a:p>
            <a:pPr marL="0" indent="0"/>
            <a:r>
              <a:rPr lang="en-US" altLang="en-US" sz="1800" dirty="0"/>
              <a:t>If the key is less than the root’s value → search in the left subtree.</a:t>
            </a:r>
          </a:p>
          <a:p>
            <a:pPr marL="0" indent="0"/>
            <a:r>
              <a:rPr lang="en-US" altLang="en-US" sz="1800" dirty="0"/>
              <a:t>If the key is greater than the root’s value → search in the right subtree.</a:t>
            </a:r>
          </a:p>
          <a:p>
            <a:pPr marL="0" indent="0"/>
            <a:r>
              <a:rPr lang="en-US" altLang="en-US" sz="1800" dirty="0"/>
              <a:t>Repeat until the item is found or you reach NULL.</a:t>
            </a:r>
          </a:p>
          <a:p>
            <a:pPr marL="0" indent="0"/>
            <a:endParaRPr lang="en-IN" altLang="en-US"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0D06726-0517-756E-29A5-A7FF8C008E77}"/>
              </a:ext>
            </a:extLst>
          </p:cNvPr>
          <p:cNvSpPr>
            <a:spLocks noGrp="1"/>
          </p:cNvSpPr>
          <p:nvPr>
            <p:ph sz="half" idx="2"/>
          </p:nvPr>
        </p:nvSpPr>
        <p:spPr>
          <a:xfrm>
            <a:off x="457200" y="692150"/>
            <a:ext cx="4040188" cy="5434013"/>
          </a:xfrm>
        </p:spPr>
        <p:txBody>
          <a:bodyPr/>
          <a:lstStyle/>
          <a:p>
            <a:pPr marL="0" indent="0">
              <a:buFont typeface="Times New Roman" panose="02020603050405020304" pitchFamily="18" charset="0"/>
              <a:buNone/>
              <a:defRPr/>
            </a:pPr>
            <a:r>
              <a:rPr lang="en-IN" sz="2000" dirty="0"/>
              <a:t>Delete a </a:t>
            </a:r>
            <a:r>
              <a:rPr lang="en-IN" sz="2000"/>
              <a:t>node from BST</a:t>
            </a:r>
            <a:endParaRPr lang="en-IN" sz="2000" dirty="0"/>
          </a:p>
          <a:p>
            <a:pPr>
              <a:defRPr/>
            </a:pPr>
            <a:r>
              <a:rPr lang="en-IN" sz="2000" dirty="0" err="1"/>
              <a:t>DeleteBST</a:t>
            </a:r>
            <a:r>
              <a:rPr lang="en-IN" sz="2000" dirty="0"/>
              <a:t>(root, key):</a:t>
            </a:r>
            <a:br>
              <a:rPr lang="en-IN" sz="2000" dirty="0"/>
            </a:br>
            <a:r>
              <a:rPr lang="en-IN" sz="2000" dirty="0"/>
              <a:t>if root == NULL:</a:t>
            </a:r>
            <a:br>
              <a:rPr lang="en-IN" sz="2000" dirty="0"/>
            </a:br>
            <a:r>
              <a:rPr lang="en-IN" sz="2000" dirty="0"/>
              <a:t>return root</a:t>
            </a:r>
            <a:br>
              <a:rPr lang="en-IN" sz="2000" dirty="0"/>
            </a:br>
            <a:br>
              <a:rPr lang="en-IN" sz="2000" dirty="0"/>
            </a:br>
            <a:r>
              <a:rPr lang="en-IN" sz="2000" dirty="0"/>
              <a:t>if key &lt; </a:t>
            </a:r>
            <a:r>
              <a:rPr lang="en-IN" sz="2000" dirty="0" err="1"/>
              <a:t>root.data</a:t>
            </a:r>
            <a:r>
              <a:rPr lang="en-IN" sz="2000" dirty="0"/>
              <a:t>:</a:t>
            </a:r>
            <a:br>
              <a:rPr lang="en-IN" sz="2000" dirty="0"/>
            </a:br>
            <a:r>
              <a:rPr lang="en-IN" sz="2000" dirty="0" err="1"/>
              <a:t>root.left</a:t>
            </a:r>
            <a:r>
              <a:rPr lang="en-IN" sz="2000" dirty="0"/>
              <a:t> = </a:t>
            </a:r>
            <a:r>
              <a:rPr lang="en-IN" sz="2000" dirty="0" err="1"/>
              <a:t>DeleteBST</a:t>
            </a:r>
            <a:r>
              <a:rPr lang="en-IN" sz="2000" dirty="0"/>
              <a:t>(</a:t>
            </a:r>
            <a:r>
              <a:rPr lang="en-IN" sz="2000" dirty="0" err="1"/>
              <a:t>root.left</a:t>
            </a:r>
            <a:r>
              <a:rPr lang="en-IN" sz="2000" dirty="0"/>
              <a:t>, key)</a:t>
            </a:r>
            <a:br>
              <a:rPr lang="en-IN" sz="2000" dirty="0"/>
            </a:br>
            <a:r>
              <a:rPr lang="en-IN" sz="2000" dirty="0"/>
              <a:t>else if key &gt; </a:t>
            </a:r>
            <a:r>
              <a:rPr lang="en-IN" sz="2000" dirty="0" err="1"/>
              <a:t>root.data</a:t>
            </a:r>
            <a:r>
              <a:rPr lang="en-IN" sz="2000" dirty="0"/>
              <a:t>:</a:t>
            </a:r>
            <a:br>
              <a:rPr lang="en-IN" sz="2000" dirty="0"/>
            </a:br>
            <a:r>
              <a:rPr lang="en-IN" sz="2000" dirty="0" err="1"/>
              <a:t>root.right</a:t>
            </a:r>
            <a:r>
              <a:rPr lang="en-IN" sz="2000" dirty="0"/>
              <a:t> = </a:t>
            </a:r>
            <a:r>
              <a:rPr lang="en-IN" sz="2000" dirty="0" err="1"/>
              <a:t>DeleteBST</a:t>
            </a:r>
            <a:r>
              <a:rPr lang="en-IN" sz="2000" dirty="0"/>
              <a:t>(</a:t>
            </a:r>
            <a:r>
              <a:rPr lang="en-IN" sz="2000" dirty="0" err="1"/>
              <a:t>root.right</a:t>
            </a:r>
            <a:r>
              <a:rPr lang="en-IN" sz="2000" dirty="0"/>
              <a:t>, key)</a:t>
            </a:r>
            <a:br>
              <a:rPr lang="en-IN" sz="2000" dirty="0"/>
            </a:br>
            <a:r>
              <a:rPr lang="en-IN" sz="2000" dirty="0"/>
              <a:t>else:</a:t>
            </a:r>
            <a:br>
              <a:rPr lang="en-IN" sz="2000" dirty="0"/>
            </a:br>
            <a:r>
              <a:rPr lang="en-IN" sz="2000" dirty="0"/>
              <a:t>// Node found</a:t>
            </a:r>
          </a:p>
        </p:txBody>
      </p:sp>
      <p:sp>
        <p:nvSpPr>
          <p:cNvPr id="31747" name="Content Placeholder 7">
            <a:extLst>
              <a:ext uri="{FF2B5EF4-FFF2-40B4-BE49-F238E27FC236}">
                <a16:creationId xmlns:a16="http://schemas.microsoft.com/office/drawing/2014/main" id="{F1CD75BB-E68A-4EA0-455C-FBB4DDA3B665}"/>
              </a:ext>
            </a:extLst>
          </p:cNvPr>
          <p:cNvSpPr>
            <a:spLocks noGrp="1" noChangeArrowheads="1"/>
          </p:cNvSpPr>
          <p:nvPr>
            <p:ph sz="quarter" idx="4"/>
          </p:nvPr>
        </p:nvSpPr>
        <p:spPr>
          <a:xfrm>
            <a:off x="4645025" y="692150"/>
            <a:ext cx="4041775" cy="5434013"/>
          </a:xfrm>
        </p:spPr>
        <p:txBody>
          <a:bodyPr/>
          <a:lstStyle/>
          <a:p>
            <a:r>
              <a:rPr lang="en-IN" altLang="en-US" sz="1800"/>
              <a:t>// Case 1 &amp; 2: one or no child</a:t>
            </a:r>
            <a:br>
              <a:rPr lang="en-IN" altLang="en-US" sz="1800"/>
            </a:br>
            <a:r>
              <a:rPr lang="en-IN" altLang="en-US" sz="1800"/>
              <a:t>if root.left == NULL:</a:t>
            </a:r>
            <a:br>
              <a:rPr lang="en-IN" altLang="en-US" sz="1800"/>
            </a:br>
            <a:r>
              <a:rPr lang="en-IN" altLang="en-US" sz="1800"/>
              <a:t>return root.right</a:t>
            </a:r>
            <a:br>
              <a:rPr lang="en-IN" altLang="en-US" sz="1800"/>
            </a:br>
            <a:r>
              <a:rPr lang="en-IN" altLang="en-US" sz="1800"/>
              <a:t>else if root.right == NULL:</a:t>
            </a:r>
            <a:br>
              <a:rPr lang="en-IN" altLang="en-US" sz="1800"/>
            </a:br>
            <a:r>
              <a:rPr lang="en-IN" altLang="en-US" sz="1800"/>
              <a:t>return root.left</a:t>
            </a:r>
            <a:br>
              <a:rPr lang="en-IN" altLang="en-US" sz="1800"/>
            </a:br>
            <a:br>
              <a:rPr lang="en-IN" altLang="en-US" sz="1800"/>
            </a:br>
            <a:r>
              <a:rPr lang="en-IN" altLang="en-US" sz="1800"/>
              <a:t>// Case 3: two children</a:t>
            </a:r>
            <a:br>
              <a:rPr lang="en-IN" altLang="en-US" sz="1800"/>
            </a:br>
            <a:r>
              <a:rPr lang="en-IN" altLang="en-US" sz="1800"/>
              <a:t>temp = MinValueNode(root.right)</a:t>
            </a:r>
            <a:br>
              <a:rPr lang="en-IN" altLang="en-US" sz="1800"/>
            </a:br>
            <a:r>
              <a:rPr lang="en-IN" altLang="en-US" sz="1800"/>
              <a:t>root.data = temp.data</a:t>
            </a:r>
            <a:br>
              <a:rPr lang="en-IN" altLang="en-US" sz="1800"/>
            </a:br>
            <a:r>
              <a:rPr lang="en-IN" altLang="en-US" sz="1800"/>
              <a:t>root.right = DeleteBST(root.right, temp.data)</a:t>
            </a:r>
            <a:br>
              <a:rPr lang="en-IN" altLang="en-US" sz="1800"/>
            </a:br>
            <a:br>
              <a:rPr lang="en-IN" altLang="en-US" sz="1800"/>
            </a:br>
            <a:r>
              <a:rPr lang="en-IN" altLang="en-US" sz="1800"/>
              <a:t>return root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414E305-084B-C03E-7BF7-C34C8C3E3982}"/>
              </a:ext>
            </a:extLst>
          </p:cNvPr>
          <p:cNvSpPr>
            <a:spLocks noGrp="1"/>
          </p:cNvSpPr>
          <p:nvPr>
            <p:ph sz="half" idx="2"/>
          </p:nvPr>
        </p:nvSpPr>
        <p:spPr>
          <a:xfrm>
            <a:off x="457200" y="620688"/>
            <a:ext cx="8219256" cy="6120680"/>
          </a:xfrm>
        </p:spPr>
        <p:txBody>
          <a:bodyPr/>
          <a:lstStyle/>
          <a:p>
            <a:pPr marL="0" indent="0">
              <a:buNone/>
            </a:pPr>
            <a:r>
              <a:rPr lang="en-IN" dirty="0"/>
              <a:t>Need for AVL Rotations &amp; Balance Factor</a:t>
            </a:r>
          </a:p>
          <a:p>
            <a:r>
              <a:rPr lang="en-IN" sz="1800" dirty="0"/>
              <a:t>AVL trees must remain height-balanced for efficient operations </a:t>
            </a:r>
          </a:p>
          <a:p>
            <a:r>
              <a:rPr lang="en-IN" sz="1800" dirty="0"/>
              <a:t>Prevents degradation to O(n) (like a skewed tree) </a:t>
            </a:r>
          </a:p>
          <a:p>
            <a:r>
              <a:rPr lang="en-IN" sz="1800" dirty="0"/>
              <a:t>Ensures O(log n) time for search, insert, delete </a:t>
            </a:r>
          </a:p>
          <a:p>
            <a:r>
              <a:rPr lang="en-IN" sz="1800" dirty="0"/>
              <a:t>Balance Factor (BF):</a:t>
            </a:r>
          </a:p>
          <a:p>
            <a:r>
              <a:rPr lang="en-IN" sz="1800" dirty="0"/>
              <a:t>Formula: BF = Height(Left Subtree) − Height(Right Subtree) </a:t>
            </a:r>
          </a:p>
          <a:p>
            <a:r>
              <a:rPr lang="en-IN" sz="1800" dirty="0"/>
              <a:t>Values: </a:t>
            </a:r>
          </a:p>
          <a:p>
            <a:pPr lvl="1"/>
            <a:r>
              <a:rPr lang="en-IN" sz="1800" dirty="0"/>
              <a:t>-1, 0, +1 → Balanced </a:t>
            </a:r>
          </a:p>
          <a:p>
            <a:pPr lvl="1"/>
            <a:r>
              <a:rPr lang="en-IN" sz="1800" dirty="0"/>
              <a:t>&lt;-1 or &gt;+1 → Unbalanced (rotation needed)</a:t>
            </a:r>
          </a:p>
          <a:p>
            <a:endParaRPr lang="en-IN" dirty="0"/>
          </a:p>
        </p:txBody>
      </p:sp>
    </p:spTree>
    <p:extLst>
      <p:ext uri="{BB962C8B-B14F-4D97-AF65-F5344CB8AC3E}">
        <p14:creationId xmlns:p14="http://schemas.microsoft.com/office/powerpoint/2010/main" val="407229622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4DA8F-19DA-BFCC-5EA4-8F18DEAB5CF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FE35495-0C98-B7BE-961A-ADE97FE13DF3}"/>
              </a:ext>
            </a:extLst>
          </p:cNvPr>
          <p:cNvSpPr>
            <a:spLocks noGrp="1"/>
          </p:cNvSpPr>
          <p:nvPr>
            <p:ph sz="half" idx="2"/>
          </p:nvPr>
        </p:nvSpPr>
        <p:spPr>
          <a:xfrm>
            <a:off x="457200" y="620688"/>
            <a:ext cx="8219256" cy="6120680"/>
          </a:xfrm>
        </p:spPr>
        <p:txBody>
          <a:bodyPr/>
          <a:lstStyle/>
          <a:p>
            <a:pPr marL="0" indent="0">
              <a:buNone/>
            </a:pPr>
            <a:r>
              <a:rPr lang="en-US" dirty="0"/>
              <a:t>Types of AVL Rotations</a:t>
            </a:r>
          </a:p>
          <a:p>
            <a:r>
              <a:rPr lang="en-US" sz="1800" dirty="0"/>
              <a:t>Four Cases of Imbalance:</a:t>
            </a:r>
          </a:p>
          <a:p>
            <a:r>
              <a:rPr lang="en-US" sz="1800" dirty="0"/>
              <a:t>Left-Left (LL) → Right Rotation </a:t>
            </a:r>
          </a:p>
          <a:p>
            <a:r>
              <a:rPr lang="en-US" sz="1800" dirty="0"/>
              <a:t>Right-Right (RR) → Left Rotation </a:t>
            </a:r>
          </a:p>
          <a:p>
            <a:r>
              <a:rPr lang="en-US" sz="1800" dirty="0"/>
              <a:t>Left-Right (LR) → Left + Right Rotation </a:t>
            </a:r>
          </a:p>
          <a:p>
            <a:r>
              <a:rPr lang="en-US" sz="1800" dirty="0"/>
              <a:t>Right-Left (RL) → Right + Left Rotation</a:t>
            </a:r>
          </a:p>
          <a:p>
            <a:endParaRPr lang="en-IN" dirty="0"/>
          </a:p>
        </p:txBody>
      </p:sp>
    </p:spTree>
    <p:extLst>
      <p:ext uri="{BB962C8B-B14F-4D97-AF65-F5344CB8AC3E}">
        <p14:creationId xmlns:p14="http://schemas.microsoft.com/office/powerpoint/2010/main" val="3704796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F50BC-1E96-8E21-3441-E2598D79DD5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A5FBF70-83BD-C271-DBAB-118AAB3EB24E}"/>
              </a:ext>
            </a:extLst>
          </p:cNvPr>
          <p:cNvSpPr>
            <a:spLocks noGrp="1"/>
          </p:cNvSpPr>
          <p:nvPr>
            <p:ph sz="half" idx="2"/>
          </p:nvPr>
        </p:nvSpPr>
        <p:spPr>
          <a:xfrm>
            <a:off x="251520" y="629588"/>
            <a:ext cx="8219256" cy="6120680"/>
          </a:xfrm>
        </p:spPr>
        <p:txBody>
          <a:bodyPr/>
          <a:lstStyle/>
          <a:p>
            <a:pPr marL="0" indent="0">
              <a:buNone/>
            </a:pPr>
            <a:r>
              <a:rPr lang="en-US" dirty="0"/>
              <a:t>LL &amp; RR Rotations</a:t>
            </a:r>
          </a:p>
          <a:p>
            <a:r>
              <a:rPr lang="en-US" sz="1800" dirty="0"/>
              <a:t>LL Rotation (Right Rotation):</a:t>
            </a:r>
          </a:p>
          <a:p>
            <a:r>
              <a:rPr lang="en-US" sz="1800" dirty="0"/>
              <a:t>Occurs when node inserted in left subtree of left child </a:t>
            </a:r>
          </a:p>
          <a:p>
            <a:r>
              <a:rPr lang="en-US" sz="1800" dirty="0"/>
              <a:t>Fix: Single Right Rotation </a:t>
            </a:r>
          </a:p>
          <a:p>
            <a:r>
              <a:rPr lang="en-US" sz="1800" dirty="0"/>
              <a:t>RR Rotation (Left Rotation):</a:t>
            </a:r>
          </a:p>
          <a:p>
            <a:r>
              <a:rPr lang="en-US" sz="1800" dirty="0"/>
              <a:t>Occurs when node inserted in right subtree of right child </a:t>
            </a:r>
          </a:p>
          <a:p>
            <a:r>
              <a:rPr lang="en-US" sz="1800" dirty="0"/>
              <a:t>Fix: Single Left Rotation</a:t>
            </a:r>
          </a:p>
          <a:p>
            <a:endParaRPr lang="en-IN" dirty="0"/>
          </a:p>
        </p:txBody>
      </p:sp>
    </p:spTree>
    <p:extLst>
      <p:ext uri="{BB962C8B-B14F-4D97-AF65-F5344CB8AC3E}">
        <p14:creationId xmlns:p14="http://schemas.microsoft.com/office/powerpoint/2010/main" val="2733947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E20CE-08FF-41D0-6EC3-883CC72BFBBE}"/>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F2E3F2-DFE7-508A-7EBC-D4C397FBB5FC}"/>
              </a:ext>
            </a:extLst>
          </p:cNvPr>
          <p:cNvSpPr>
            <a:spLocks noGrp="1"/>
          </p:cNvSpPr>
          <p:nvPr>
            <p:ph sz="half" idx="2"/>
          </p:nvPr>
        </p:nvSpPr>
        <p:spPr>
          <a:xfrm>
            <a:off x="251520" y="629588"/>
            <a:ext cx="8219256" cy="6120680"/>
          </a:xfrm>
        </p:spPr>
        <p:txBody>
          <a:bodyPr/>
          <a:lstStyle/>
          <a:p>
            <a:pPr marL="0" indent="0">
              <a:buNone/>
            </a:pPr>
            <a:r>
              <a:rPr lang="en-US" dirty="0"/>
              <a:t>LR Rotation</a:t>
            </a:r>
          </a:p>
          <a:p>
            <a:r>
              <a:rPr lang="en-US" sz="1800" dirty="0"/>
              <a:t>Left-Right (LR):</a:t>
            </a:r>
          </a:p>
          <a:p>
            <a:r>
              <a:rPr lang="en-US" sz="1800" dirty="0"/>
              <a:t>Occurs when node inserted in right subtree of left child </a:t>
            </a:r>
          </a:p>
          <a:p>
            <a:r>
              <a:rPr lang="en-US" sz="1800" dirty="0"/>
              <a:t>Fix: </a:t>
            </a:r>
          </a:p>
          <a:p>
            <a:pPr marL="342900" lvl="1" indent="-342900">
              <a:lnSpc>
                <a:spcPct val="75000"/>
              </a:lnSpc>
              <a:spcBef>
                <a:spcPts val="2600"/>
              </a:spcBef>
              <a:buFont typeface="Times New Roman" panose="02020603050405020304" pitchFamily="18" charset="0"/>
              <a:buChar char="•"/>
            </a:pPr>
            <a:r>
              <a:rPr lang="en-US" sz="1800" dirty="0"/>
              <a:t>Left Rotation on left child </a:t>
            </a:r>
          </a:p>
          <a:p>
            <a:pPr marL="342900" lvl="1" indent="-342900">
              <a:lnSpc>
                <a:spcPct val="75000"/>
              </a:lnSpc>
              <a:spcBef>
                <a:spcPts val="2600"/>
              </a:spcBef>
              <a:buFont typeface="Times New Roman" panose="02020603050405020304" pitchFamily="18" charset="0"/>
              <a:buChar char="•"/>
            </a:pPr>
            <a:r>
              <a:rPr lang="en-US" sz="1800" dirty="0"/>
              <a:t>Right Rotation on unbalanced node</a:t>
            </a:r>
          </a:p>
          <a:p>
            <a:endParaRPr lang="en-IN" dirty="0"/>
          </a:p>
        </p:txBody>
      </p:sp>
    </p:spTree>
    <p:extLst>
      <p:ext uri="{BB962C8B-B14F-4D97-AF65-F5344CB8AC3E}">
        <p14:creationId xmlns:p14="http://schemas.microsoft.com/office/powerpoint/2010/main" val="28738528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97ADF-4124-ECFD-AE7D-0314D7D828D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A22C93C-CA1D-BBAD-B42A-24E7B7EE3345}"/>
              </a:ext>
            </a:extLst>
          </p:cNvPr>
          <p:cNvSpPr>
            <a:spLocks noGrp="1"/>
          </p:cNvSpPr>
          <p:nvPr>
            <p:ph sz="half" idx="2"/>
          </p:nvPr>
        </p:nvSpPr>
        <p:spPr>
          <a:xfrm>
            <a:off x="251520" y="629588"/>
            <a:ext cx="8219256" cy="6120680"/>
          </a:xfrm>
        </p:spPr>
        <p:txBody>
          <a:bodyPr/>
          <a:lstStyle/>
          <a:p>
            <a:pPr marL="0" indent="0">
              <a:buNone/>
            </a:pPr>
            <a:r>
              <a:rPr lang="en-US" dirty="0"/>
              <a:t>RL Rotation</a:t>
            </a:r>
          </a:p>
          <a:p>
            <a:r>
              <a:rPr lang="en-US" sz="1800" dirty="0"/>
              <a:t>Right-Left (RL):</a:t>
            </a:r>
          </a:p>
          <a:p>
            <a:r>
              <a:rPr lang="en-US" sz="1800" dirty="0"/>
              <a:t>Occurs when node inserted in left subtree of right child </a:t>
            </a:r>
          </a:p>
          <a:p>
            <a:r>
              <a:rPr lang="en-US" sz="1800" dirty="0"/>
              <a:t>Fix: </a:t>
            </a:r>
          </a:p>
          <a:p>
            <a:pPr lvl="1"/>
            <a:r>
              <a:rPr lang="en-US" sz="1800" dirty="0"/>
              <a:t>Right Rotation on right child </a:t>
            </a:r>
          </a:p>
          <a:p>
            <a:pPr lvl="1"/>
            <a:r>
              <a:rPr lang="en-US" sz="1800" dirty="0"/>
              <a:t>Left Rotation on unbalanced node</a:t>
            </a:r>
          </a:p>
          <a:p>
            <a:endParaRPr lang="en-IN" dirty="0"/>
          </a:p>
        </p:txBody>
      </p:sp>
    </p:spTree>
    <p:extLst>
      <p:ext uri="{BB962C8B-B14F-4D97-AF65-F5344CB8AC3E}">
        <p14:creationId xmlns:p14="http://schemas.microsoft.com/office/powerpoint/2010/main" val="2369778877"/>
      </p:ext>
    </p:extLst>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Lucida Sans Unicode"/>
        <a:cs typeface="Lucida Sans Unicode"/>
      </a:majorFont>
      <a:minorFont>
        <a:latin typeface="Arial"/>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57200" rtl="0" eaLnBrk="0" fontAlgn="base" latinLnBrk="0" hangingPunct="0">
          <a:lnSpc>
            <a:spcPct val="100000"/>
          </a:lnSpc>
          <a:spcBef>
            <a:spcPct val="0"/>
          </a:spcBef>
          <a:spcAft>
            <a:spcPct val="0"/>
          </a:spcAft>
          <a:buClr>
            <a:srgbClr val="000000"/>
          </a:buClr>
          <a:buSzPct val="100000"/>
          <a:buFont typeface="Times New Roman" pitchFamily="16" charset="0"/>
          <a:buNone/>
          <a:tabLst/>
          <a:defRPr kumimoji="0" lang="en-GB" sz="2400" b="0" i="0" u="none" strike="noStrike" cap="none" normalizeH="0" baseline="0" smtClean="0">
            <a:ln>
              <a:noFill/>
            </a:ln>
            <a:solidFill>
              <a:schemeClr val="bg1"/>
            </a:solidFill>
            <a:effectLst/>
            <a:latin typeface="Times New Roman" pitchFamily="16"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6876</TotalTime>
  <Words>2226</Words>
  <Application>Microsoft Office PowerPoint</Application>
  <PresentationFormat>On-screen Show (4:3)</PresentationFormat>
  <Paragraphs>245</Paragraphs>
  <Slides>32</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Times New Roman</vt:lpstr>
      <vt:lpstr>Lucida Sans Unicode</vt:lpstr>
      <vt:lpstr>Arial</vt:lpstr>
      <vt:lpstr>SimSun</vt:lpstr>
      <vt:lpstr>Wingdings 2</vt:lpstr>
      <vt:lpstr>Wingdings</vt:lpstr>
      <vt:lpstr>Office Theme</vt:lpstr>
      <vt:lpstr>PowerPoint Presentation</vt:lpstr>
      <vt:lpstr>Tree Overview</vt:lpstr>
      <vt:lpstr>PowerPoint Presentation</vt:lpstr>
      <vt:lpstr>PowerPoint Presentation</vt:lpstr>
      <vt:lpstr>PowerPoint Presentation</vt:lpstr>
      <vt:lpstr>PowerPoint Presentation</vt:lpstr>
      <vt:lpstr>Binary Tree</vt:lpstr>
      <vt:lpstr>PowerPoint Presentation</vt:lpstr>
      <vt:lpstr>Extended Binary Trees: 2-Trees</vt:lpstr>
      <vt:lpstr>PowerPoint Presentation</vt:lpstr>
      <vt:lpstr>PowerPoint Presentation</vt:lpstr>
      <vt:lpstr>Linked Representation</vt:lpstr>
      <vt:lpstr>PowerPoint Presentation</vt:lpstr>
      <vt:lpstr>PowerPoint Presentation</vt:lpstr>
      <vt:lpstr>PowerPoint Presentation</vt:lpstr>
      <vt:lpstr>PowerPoint Presentation</vt:lpstr>
      <vt:lpstr>A,B,D,G,H,K,C,E,F</vt:lpstr>
      <vt:lpstr>K,G,D,L,H,M,B,A,E,C</vt:lpstr>
      <vt:lpstr>K,G,L,M,H,D,B,E,C,A</vt:lpstr>
      <vt:lpstr>Binary Search tree</vt:lpstr>
      <vt:lpstr>PowerPoint Presentation</vt:lpstr>
      <vt:lpstr>Draw a Binary search tree from given traversal orders Case 1 : Inorder and PostOrder</vt:lpstr>
      <vt:lpstr>Draw a Binary search tree from given traversal orders Case 2 : Inorder and PreOrder</vt:lpstr>
      <vt:lpstr>Steps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CS61C - Lecture 13</dc:title>
  <dc:creator>Sanjay Sood</dc:creator>
  <cp:lastModifiedBy>Thind</cp:lastModifiedBy>
  <cp:revision>801</cp:revision>
  <cp:lastPrinted>2000-07-11T07:24:10Z</cp:lastPrinted>
  <dcterms:created xsi:type="dcterms:W3CDTF">1997-08-19T16:58:46Z</dcterms:created>
  <dcterms:modified xsi:type="dcterms:W3CDTF">2026-03-23T08:51:17Z</dcterms:modified>
</cp:coreProperties>
</file>