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2" r:id="rId2"/>
    <p:sldId id="256" r:id="rId3"/>
    <p:sldId id="257" r:id="rId4"/>
    <p:sldId id="258" r:id="rId5"/>
    <p:sldId id="259" r:id="rId6"/>
    <p:sldId id="264" r:id="rId7"/>
    <p:sldId id="265" r:id="rId8"/>
    <p:sldId id="266" r:id="rId9"/>
    <p:sldId id="267" r:id="rId1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474361-EC93-6A4E-B5C4-9CBB0F96E04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IN"/>
          </a:p>
        </p:txBody>
      </p:sp>
      <p:sp>
        <p:nvSpPr>
          <p:cNvPr id="3" name="Date Placeholder 2">
            <a:extLst>
              <a:ext uri="{FF2B5EF4-FFF2-40B4-BE49-F238E27FC236}">
                <a16:creationId xmlns:a16="http://schemas.microsoft.com/office/drawing/2014/main" id="{8F51898F-3BD2-AD59-292F-88DF8B71ADF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8D5A4274-CD16-4755-A68E-9EFC56C386DB}" type="datetimeFigureOut">
              <a:rPr lang="en-US"/>
              <a:pPr>
                <a:defRPr/>
              </a:pPr>
              <a:t>3/23/2026</a:t>
            </a:fld>
            <a:endParaRPr lang="en-IN"/>
          </a:p>
        </p:txBody>
      </p:sp>
      <p:sp>
        <p:nvSpPr>
          <p:cNvPr id="4" name="Slide Image Placeholder 3">
            <a:extLst>
              <a:ext uri="{FF2B5EF4-FFF2-40B4-BE49-F238E27FC236}">
                <a16:creationId xmlns:a16="http://schemas.microsoft.com/office/drawing/2014/main" id="{7E37377A-9707-7D82-E9F9-455EB0DAFE2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0F5352F2-1C9F-DA1C-64A5-66E945C7E7F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85366769-2623-5D93-8495-9B587A83AB1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IN"/>
          </a:p>
        </p:txBody>
      </p:sp>
      <p:sp>
        <p:nvSpPr>
          <p:cNvPr id="7" name="Slide Number Placeholder 6">
            <a:extLst>
              <a:ext uri="{FF2B5EF4-FFF2-40B4-BE49-F238E27FC236}">
                <a16:creationId xmlns:a16="http://schemas.microsoft.com/office/drawing/2014/main" id="{BBD6E6C4-2B0D-88B9-9175-74F8B17432B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21C787C7-BBF7-4624-85F5-BB989559D603}"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34E254-FE4D-CB3A-10C5-0C8AAE1E8B7A}"/>
              </a:ext>
            </a:extLst>
          </p:cNvPr>
          <p:cNvSpPr>
            <a:spLocks noGrp="1"/>
          </p:cNvSpPr>
          <p:nvPr>
            <p:ph type="dt" sz="half" idx="10"/>
          </p:nvPr>
        </p:nvSpPr>
        <p:spPr/>
        <p:txBody>
          <a:bodyPr/>
          <a:lstStyle>
            <a:lvl1pPr>
              <a:defRPr/>
            </a:lvl1pPr>
          </a:lstStyle>
          <a:p>
            <a:pPr>
              <a:defRPr/>
            </a:pPr>
            <a:fld id="{702B2A72-90CC-4D33-8607-7DC65F19768A}" type="datetimeFigureOut">
              <a:rPr lang="en-US"/>
              <a:pPr>
                <a:defRPr/>
              </a:pPr>
              <a:t>3/23/2026</a:t>
            </a:fld>
            <a:endParaRPr lang="en-IN"/>
          </a:p>
        </p:txBody>
      </p:sp>
      <p:sp>
        <p:nvSpPr>
          <p:cNvPr id="5" name="Footer Placeholder 4">
            <a:extLst>
              <a:ext uri="{FF2B5EF4-FFF2-40B4-BE49-F238E27FC236}">
                <a16:creationId xmlns:a16="http://schemas.microsoft.com/office/drawing/2014/main" id="{3812F312-C4B9-1427-4F35-E03F007A025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FEF86BD8-4CF7-122D-5E6D-A336D96DA503}"/>
              </a:ext>
            </a:extLst>
          </p:cNvPr>
          <p:cNvSpPr>
            <a:spLocks noGrp="1"/>
          </p:cNvSpPr>
          <p:nvPr>
            <p:ph type="sldNum" sz="quarter" idx="12"/>
          </p:nvPr>
        </p:nvSpPr>
        <p:spPr/>
        <p:txBody>
          <a:bodyPr/>
          <a:lstStyle>
            <a:lvl1pPr>
              <a:defRPr/>
            </a:lvl1pPr>
          </a:lstStyle>
          <a:p>
            <a:fld id="{1E615DBF-2E9A-4893-903D-7B66608CEB4C}" type="slidenum">
              <a:rPr lang="en-IN" altLang="en-US"/>
              <a:pPr/>
              <a:t>‹#›</a:t>
            </a:fld>
            <a:endParaRPr lang="en-IN" altLang="en-US"/>
          </a:p>
        </p:txBody>
      </p:sp>
    </p:spTree>
    <p:extLst>
      <p:ext uri="{BB962C8B-B14F-4D97-AF65-F5344CB8AC3E}">
        <p14:creationId xmlns:p14="http://schemas.microsoft.com/office/powerpoint/2010/main" val="91364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61C2AA-CD3B-B726-FBE7-09740110EBC0}"/>
              </a:ext>
            </a:extLst>
          </p:cNvPr>
          <p:cNvSpPr>
            <a:spLocks noGrp="1"/>
          </p:cNvSpPr>
          <p:nvPr>
            <p:ph type="dt" sz="half" idx="10"/>
          </p:nvPr>
        </p:nvSpPr>
        <p:spPr/>
        <p:txBody>
          <a:bodyPr/>
          <a:lstStyle>
            <a:lvl1pPr>
              <a:defRPr/>
            </a:lvl1pPr>
          </a:lstStyle>
          <a:p>
            <a:pPr>
              <a:defRPr/>
            </a:pPr>
            <a:fld id="{D2872660-AD97-4A7D-8031-4E0190764A11}" type="datetimeFigureOut">
              <a:rPr lang="en-US"/>
              <a:pPr>
                <a:defRPr/>
              </a:pPr>
              <a:t>3/23/2026</a:t>
            </a:fld>
            <a:endParaRPr lang="en-IN"/>
          </a:p>
        </p:txBody>
      </p:sp>
      <p:sp>
        <p:nvSpPr>
          <p:cNvPr id="5" name="Footer Placeholder 4">
            <a:extLst>
              <a:ext uri="{FF2B5EF4-FFF2-40B4-BE49-F238E27FC236}">
                <a16:creationId xmlns:a16="http://schemas.microsoft.com/office/drawing/2014/main" id="{5EE5B03E-61A0-4935-7685-F66D6107697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90B4176-6765-823A-109F-89C023430B0B}"/>
              </a:ext>
            </a:extLst>
          </p:cNvPr>
          <p:cNvSpPr>
            <a:spLocks noGrp="1"/>
          </p:cNvSpPr>
          <p:nvPr>
            <p:ph type="sldNum" sz="quarter" idx="12"/>
          </p:nvPr>
        </p:nvSpPr>
        <p:spPr/>
        <p:txBody>
          <a:bodyPr/>
          <a:lstStyle>
            <a:lvl1pPr>
              <a:defRPr/>
            </a:lvl1pPr>
          </a:lstStyle>
          <a:p>
            <a:fld id="{1E183E09-7278-4F79-AE75-9F5D119200C5}" type="slidenum">
              <a:rPr lang="en-IN" altLang="en-US"/>
              <a:pPr/>
              <a:t>‹#›</a:t>
            </a:fld>
            <a:endParaRPr lang="en-IN" altLang="en-US"/>
          </a:p>
        </p:txBody>
      </p:sp>
    </p:spTree>
    <p:extLst>
      <p:ext uri="{BB962C8B-B14F-4D97-AF65-F5344CB8AC3E}">
        <p14:creationId xmlns:p14="http://schemas.microsoft.com/office/powerpoint/2010/main" val="3983306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D98DF0-2C1F-87DD-A47E-3BE63782E875}"/>
              </a:ext>
            </a:extLst>
          </p:cNvPr>
          <p:cNvSpPr>
            <a:spLocks noGrp="1"/>
          </p:cNvSpPr>
          <p:nvPr>
            <p:ph type="dt" sz="half" idx="10"/>
          </p:nvPr>
        </p:nvSpPr>
        <p:spPr/>
        <p:txBody>
          <a:bodyPr/>
          <a:lstStyle>
            <a:lvl1pPr>
              <a:defRPr/>
            </a:lvl1pPr>
          </a:lstStyle>
          <a:p>
            <a:pPr>
              <a:defRPr/>
            </a:pPr>
            <a:fld id="{F9E4FC14-810A-48C8-A210-4A64193E7013}" type="datetimeFigureOut">
              <a:rPr lang="en-US"/>
              <a:pPr>
                <a:defRPr/>
              </a:pPr>
              <a:t>3/23/2026</a:t>
            </a:fld>
            <a:endParaRPr lang="en-IN"/>
          </a:p>
        </p:txBody>
      </p:sp>
      <p:sp>
        <p:nvSpPr>
          <p:cNvPr id="5" name="Footer Placeholder 4">
            <a:extLst>
              <a:ext uri="{FF2B5EF4-FFF2-40B4-BE49-F238E27FC236}">
                <a16:creationId xmlns:a16="http://schemas.microsoft.com/office/drawing/2014/main" id="{3110E2F9-CACF-2FF9-D590-88D10D382FF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7B0D8E9-1CC6-E465-FD84-3F10C1E815B1}"/>
              </a:ext>
            </a:extLst>
          </p:cNvPr>
          <p:cNvSpPr>
            <a:spLocks noGrp="1"/>
          </p:cNvSpPr>
          <p:nvPr>
            <p:ph type="sldNum" sz="quarter" idx="12"/>
          </p:nvPr>
        </p:nvSpPr>
        <p:spPr/>
        <p:txBody>
          <a:bodyPr/>
          <a:lstStyle>
            <a:lvl1pPr>
              <a:defRPr/>
            </a:lvl1pPr>
          </a:lstStyle>
          <a:p>
            <a:fld id="{220227A5-DFB2-48E5-96B1-4FDFC18B562A}" type="slidenum">
              <a:rPr lang="en-IN" altLang="en-US"/>
              <a:pPr/>
              <a:t>‹#›</a:t>
            </a:fld>
            <a:endParaRPr lang="en-IN" altLang="en-US"/>
          </a:p>
        </p:txBody>
      </p:sp>
    </p:spTree>
    <p:extLst>
      <p:ext uri="{BB962C8B-B14F-4D97-AF65-F5344CB8AC3E}">
        <p14:creationId xmlns:p14="http://schemas.microsoft.com/office/powerpoint/2010/main" val="74346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91AC9C58-1F0A-4910-6E75-5C107777AC24}"/>
              </a:ext>
            </a:extLst>
          </p:cNvPr>
          <p:cNvSpPr>
            <a:spLocks noGrp="1"/>
          </p:cNvSpPr>
          <p:nvPr>
            <p:ph type="dt" sz="half" idx="10"/>
          </p:nvPr>
        </p:nvSpPr>
        <p:spPr/>
        <p:txBody>
          <a:bodyPr/>
          <a:lstStyle>
            <a:lvl1pPr>
              <a:defRPr/>
            </a:lvl1pPr>
          </a:lstStyle>
          <a:p>
            <a:pPr>
              <a:defRPr/>
            </a:pPr>
            <a:fld id="{04A7CA4A-F6DB-4883-B4C9-993CEC024C52}" type="datetimeFigureOut">
              <a:rPr lang="en-US"/>
              <a:pPr>
                <a:defRPr/>
              </a:pPr>
              <a:t>3/23/2026</a:t>
            </a:fld>
            <a:endParaRPr lang="en-IN"/>
          </a:p>
        </p:txBody>
      </p:sp>
      <p:sp>
        <p:nvSpPr>
          <p:cNvPr id="6" name="Footer Placeholder 4">
            <a:extLst>
              <a:ext uri="{FF2B5EF4-FFF2-40B4-BE49-F238E27FC236}">
                <a16:creationId xmlns:a16="http://schemas.microsoft.com/office/drawing/2014/main" id="{FD25B550-603A-B581-55C9-2705DE30FF91}"/>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75CC4B62-0D20-3388-46D2-F406AB52EDDE}"/>
              </a:ext>
            </a:extLst>
          </p:cNvPr>
          <p:cNvSpPr>
            <a:spLocks noGrp="1"/>
          </p:cNvSpPr>
          <p:nvPr>
            <p:ph type="sldNum" sz="quarter" idx="12"/>
          </p:nvPr>
        </p:nvSpPr>
        <p:spPr/>
        <p:txBody>
          <a:bodyPr/>
          <a:lstStyle>
            <a:lvl1pPr>
              <a:defRPr/>
            </a:lvl1pPr>
          </a:lstStyle>
          <a:p>
            <a:fld id="{C7B10A1A-2E1D-46BA-9D01-BE3E73DF2BE1}" type="slidenum">
              <a:rPr lang="en-IN" altLang="en-US"/>
              <a:pPr/>
              <a:t>‹#›</a:t>
            </a:fld>
            <a:endParaRPr lang="en-IN" altLang="en-US"/>
          </a:p>
        </p:txBody>
      </p:sp>
    </p:spTree>
    <p:extLst>
      <p:ext uri="{BB962C8B-B14F-4D97-AF65-F5344CB8AC3E}">
        <p14:creationId xmlns:p14="http://schemas.microsoft.com/office/powerpoint/2010/main" val="3910821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5DBB37F6-094D-3B29-8A86-533B01A71A05}"/>
              </a:ext>
            </a:extLst>
          </p:cNvPr>
          <p:cNvSpPr>
            <a:spLocks noGrp="1"/>
          </p:cNvSpPr>
          <p:nvPr>
            <p:ph type="dt" sz="half" idx="10"/>
          </p:nvPr>
        </p:nvSpPr>
        <p:spPr/>
        <p:txBody>
          <a:bodyPr/>
          <a:lstStyle>
            <a:lvl1pPr>
              <a:defRPr/>
            </a:lvl1pPr>
          </a:lstStyle>
          <a:p>
            <a:pPr>
              <a:defRPr/>
            </a:pPr>
            <a:fld id="{7BE8BBA9-2528-4EAF-A7DF-02D0A10FB089}" type="datetimeFigureOut">
              <a:rPr lang="en-US"/>
              <a:pPr>
                <a:defRPr/>
              </a:pPr>
              <a:t>3/23/2026</a:t>
            </a:fld>
            <a:endParaRPr lang="en-IN"/>
          </a:p>
        </p:txBody>
      </p:sp>
      <p:sp>
        <p:nvSpPr>
          <p:cNvPr id="8" name="Footer Placeholder 4">
            <a:extLst>
              <a:ext uri="{FF2B5EF4-FFF2-40B4-BE49-F238E27FC236}">
                <a16:creationId xmlns:a16="http://schemas.microsoft.com/office/drawing/2014/main" id="{BE74639E-C536-92B8-0D6C-955C3F15C8D4}"/>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98F2FB71-0524-0896-1CF1-937C97E625F8}"/>
              </a:ext>
            </a:extLst>
          </p:cNvPr>
          <p:cNvSpPr>
            <a:spLocks noGrp="1"/>
          </p:cNvSpPr>
          <p:nvPr>
            <p:ph type="sldNum" sz="quarter" idx="12"/>
          </p:nvPr>
        </p:nvSpPr>
        <p:spPr/>
        <p:txBody>
          <a:bodyPr/>
          <a:lstStyle>
            <a:lvl1pPr>
              <a:defRPr/>
            </a:lvl1pPr>
          </a:lstStyle>
          <a:p>
            <a:fld id="{488ED7C1-532E-4341-B529-8DBAF3C81E5C}" type="slidenum">
              <a:rPr lang="en-IN" altLang="en-US"/>
              <a:pPr/>
              <a:t>‹#›</a:t>
            </a:fld>
            <a:endParaRPr lang="en-IN" altLang="en-US"/>
          </a:p>
        </p:txBody>
      </p:sp>
    </p:spTree>
    <p:extLst>
      <p:ext uri="{BB962C8B-B14F-4D97-AF65-F5344CB8AC3E}">
        <p14:creationId xmlns:p14="http://schemas.microsoft.com/office/powerpoint/2010/main" val="2271080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A989D786-F826-C0A1-1B0F-4FE29B34210C}"/>
              </a:ext>
            </a:extLst>
          </p:cNvPr>
          <p:cNvSpPr>
            <a:spLocks noGrp="1"/>
          </p:cNvSpPr>
          <p:nvPr>
            <p:ph type="dt" sz="half" idx="10"/>
          </p:nvPr>
        </p:nvSpPr>
        <p:spPr/>
        <p:txBody>
          <a:bodyPr/>
          <a:lstStyle>
            <a:lvl1pPr>
              <a:defRPr/>
            </a:lvl1pPr>
          </a:lstStyle>
          <a:p>
            <a:pPr>
              <a:defRPr/>
            </a:pPr>
            <a:fld id="{8CA317EB-0909-4197-A161-8CF21C6E2DFB}" type="datetimeFigureOut">
              <a:rPr lang="en-US"/>
              <a:pPr>
                <a:defRPr/>
              </a:pPr>
              <a:t>3/23/2026</a:t>
            </a:fld>
            <a:endParaRPr lang="en-IN"/>
          </a:p>
        </p:txBody>
      </p:sp>
      <p:sp>
        <p:nvSpPr>
          <p:cNvPr id="4" name="Footer Placeholder 4">
            <a:extLst>
              <a:ext uri="{FF2B5EF4-FFF2-40B4-BE49-F238E27FC236}">
                <a16:creationId xmlns:a16="http://schemas.microsoft.com/office/drawing/2014/main" id="{782A452A-ACB2-D190-DE55-CFB6D4F6B6B4}"/>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774758B2-4D6E-AB11-ED10-1FCF1C45CDB1}"/>
              </a:ext>
            </a:extLst>
          </p:cNvPr>
          <p:cNvSpPr>
            <a:spLocks noGrp="1"/>
          </p:cNvSpPr>
          <p:nvPr>
            <p:ph type="sldNum" sz="quarter" idx="12"/>
          </p:nvPr>
        </p:nvSpPr>
        <p:spPr/>
        <p:txBody>
          <a:bodyPr/>
          <a:lstStyle>
            <a:lvl1pPr>
              <a:defRPr/>
            </a:lvl1pPr>
          </a:lstStyle>
          <a:p>
            <a:fld id="{143925BD-9C71-41FF-A95E-076CABE12EB8}" type="slidenum">
              <a:rPr lang="en-IN" altLang="en-US"/>
              <a:pPr/>
              <a:t>‹#›</a:t>
            </a:fld>
            <a:endParaRPr lang="en-IN" altLang="en-US"/>
          </a:p>
        </p:txBody>
      </p:sp>
    </p:spTree>
    <p:extLst>
      <p:ext uri="{BB962C8B-B14F-4D97-AF65-F5344CB8AC3E}">
        <p14:creationId xmlns:p14="http://schemas.microsoft.com/office/powerpoint/2010/main" val="864973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E42470B-E565-8BD7-73D4-C05D40F29A97}"/>
              </a:ext>
            </a:extLst>
          </p:cNvPr>
          <p:cNvSpPr>
            <a:spLocks noGrp="1"/>
          </p:cNvSpPr>
          <p:nvPr>
            <p:ph type="dt" sz="half" idx="10"/>
          </p:nvPr>
        </p:nvSpPr>
        <p:spPr/>
        <p:txBody>
          <a:bodyPr/>
          <a:lstStyle>
            <a:lvl1pPr>
              <a:defRPr/>
            </a:lvl1pPr>
          </a:lstStyle>
          <a:p>
            <a:pPr>
              <a:defRPr/>
            </a:pPr>
            <a:fld id="{DA4983A0-89BC-4A47-89FE-42CC621485F9}" type="datetimeFigureOut">
              <a:rPr lang="en-US"/>
              <a:pPr>
                <a:defRPr/>
              </a:pPr>
              <a:t>3/23/2026</a:t>
            </a:fld>
            <a:endParaRPr lang="en-IN"/>
          </a:p>
        </p:txBody>
      </p:sp>
      <p:sp>
        <p:nvSpPr>
          <p:cNvPr id="3" name="Footer Placeholder 4">
            <a:extLst>
              <a:ext uri="{FF2B5EF4-FFF2-40B4-BE49-F238E27FC236}">
                <a16:creationId xmlns:a16="http://schemas.microsoft.com/office/drawing/2014/main" id="{318B2B2E-70DC-1426-5D1A-A5BEB8CB1790}"/>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C53EFF42-3945-8C07-2929-639FCED72E2F}"/>
              </a:ext>
            </a:extLst>
          </p:cNvPr>
          <p:cNvSpPr>
            <a:spLocks noGrp="1"/>
          </p:cNvSpPr>
          <p:nvPr>
            <p:ph type="sldNum" sz="quarter" idx="12"/>
          </p:nvPr>
        </p:nvSpPr>
        <p:spPr/>
        <p:txBody>
          <a:bodyPr/>
          <a:lstStyle>
            <a:lvl1pPr>
              <a:defRPr/>
            </a:lvl1pPr>
          </a:lstStyle>
          <a:p>
            <a:fld id="{4E5A91DB-5A42-448F-93E9-EE28DDA8E95B}" type="slidenum">
              <a:rPr lang="en-IN" altLang="en-US"/>
              <a:pPr/>
              <a:t>‹#›</a:t>
            </a:fld>
            <a:endParaRPr lang="en-IN" altLang="en-US"/>
          </a:p>
        </p:txBody>
      </p:sp>
    </p:spTree>
    <p:extLst>
      <p:ext uri="{BB962C8B-B14F-4D97-AF65-F5344CB8AC3E}">
        <p14:creationId xmlns:p14="http://schemas.microsoft.com/office/powerpoint/2010/main" val="55331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61382F-0127-D4E4-F20D-DB663D5ACB24}"/>
              </a:ext>
            </a:extLst>
          </p:cNvPr>
          <p:cNvSpPr>
            <a:spLocks noGrp="1"/>
          </p:cNvSpPr>
          <p:nvPr>
            <p:ph type="dt" sz="half" idx="10"/>
          </p:nvPr>
        </p:nvSpPr>
        <p:spPr/>
        <p:txBody>
          <a:bodyPr/>
          <a:lstStyle>
            <a:lvl1pPr>
              <a:defRPr/>
            </a:lvl1pPr>
          </a:lstStyle>
          <a:p>
            <a:pPr>
              <a:defRPr/>
            </a:pPr>
            <a:fld id="{148AD20A-69BA-425E-ABC6-09DC1D6D5FD2}" type="datetimeFigureOut">
              <a:rPr lang="en-US"/>
              <a:pPr>
                <a:defRPr/>
              </a:pPr>
              <a:t>3/23/2026</a:t>
            </a:fld>
            <a:endParaRPr lang="en-IN"/>
          </a:p>
        </p:txBody>
      </p:sp>
      <p:sp>
        <p:nvSpPr>
          <p:cNvPr id="6" name="Footer Placeholder 4">
            <a:extLst>
              <a:ext uri="{FF2B5EF4-FFF2-40B4-BE49-F238E27FC236}">
                <a16:creationId xmlns:a16="http://schemas.microsoft.com/office/drawing/2014/main" id="{67410BF8-E57A-36B9-DE39-CD44F94A97F7}"/>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456F4FE-A3D4-AB40-282B-D4A493CB6A2A}"/>
              </a:ext>
            </a:extLst>
          </p:cNvPr>
          <p:cNvSpPr>
            <a:spLocks noGrp="1"/>
          </p:cNvSpPr>
          <p:nvPr>
            <p:ph type="sldNum" sz="quarter" idx="12"/>
          </p:nvPr>
        </p:nvSpPr>
        <p:spPr/>
        <p:txBody>
          <a:bodyPr/>
          <a:lstStyle>
            <a:lvl1pPr>
              <a:defRPr/>
            </a:lvl1pPr>
          </a:lstStyle>
          <a:p>
            <a:fld id="{46A5F6C0-2ABC-4907-B496-C22BF5016DBA}" type="slidenum">
              <a:rPr lang="en-IN" altLang="en-US"/>
              <a:pPr/>
              <a:t>‹#›</a:t>
            </a:fld>
            <a:endParaRPr lang="en-IN" altLang="en-US"/>
          </a:p>
        </p:txBody>
      </p:sp>
    </p:spTree>
    <p:extLst>
      <p:ext uri="{BB962C8B-B14F-4D97-AF65-F5344CB8AC3E}">
        <p14:creationId xmlns:p14="http://schemas.microsoft.com/office/powerpoint/2010/main" val="848509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549545A-C8E2-86D9-341C-EA2668B98F68}"/>
              </a:ext>
            </a:extLst>
          </p:cNvPr>
          <p:cNvSpPr>
            <a:spLocks noGrp="1"/>
          </p:cNvSpPr>
          <p:nvPr>
            <p:ph type="dt" sz="half" idx="10"/>
          </p:nvPr>
        </p:nvSpPr>
        <p:spPr/>
        <p:txBody>
          <a:bodyPr/>
          <a:lstStyle>
            <a:lvl1pPr>
              <a:defRPr/>
            </a:lvl1pPr>
          </a:lstStyle>
          <a:p>
            <a:pPr>
              <a:defRPr/>
            </a:pPr>
            <a:fld id="{59DF8898-DBC7-4A92-838B-374C243A0C2A}" type="datetimeFigureOut">
              <a:rPr lang="en-US"/>
              <a:pPr>
                <a:defRPr/>
              </a:pPr>
              <a:t>3/23/2026</a:t>
            </a:fld>
            <a:endParaRPr lang="en-IN"/>
          </a:p>
        </p:txBody>
      </p:sp>
      <p:sp>
        <p:nvSpPr>
          <p:cNvPr id="6" name="Footer Placeholder 4">
            <a:extLst>
              <a:ext uri="{FF2B5EF4-FFF2-40B4-BE49-F238E27FC236}">
                <a16:creationId xmlns:a16="http://schemas.microsoft.com/office/drawing/2014/main" id="{B6E29FC2-764D-6A1B-C4FC-3164DB05ACCF}"/>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5190BB8A-DF6E-65F8-4AAD-E9CDAD21D300}"/>
              </a:ext>
            </a:extLst>
          </p:cNvPr>
          <p:cNvSpPr>
            <a:spLocks noGrp="1"/>
          </p:cNvSpPr>
          <p:nvPr>
            <p:ph type="sldNum" sz="quarter" idx="12"/>
          </p:nvPr>
        </p:nvSpPr>
        <p:spPr/>
        <p:txBody>
          <a:bodyPr/>
          <a:lstStyle>
            <a:lvl1pPr>
              <a:defRPr/>
            </a:lvl1pPr>
          </a:lstStyle>
          <a:p>
            <a:fld id="{11A27D86-1C85-44AD-982D-ED924C2761F1}" type="slidenum">
              <a:rPr lang="en-IN" altLang="en-US"/>
              <a:pPr/>
              <a:t>‹#›</a:t>
            </a:fld>
            <a:endParaRPr lang="en-IN" altLang="en-US"/>
          </a:p>
        </p:txBody>
      </p:sp>
    </p:spTree>
    <p:extLst>
      <p:ext uri="{BB962C8B-B14F-4D97-AF65-F5344CB8AC3E}">
        <p14:creationId xmlns:p14="http://schemas.microsoft.com/office/powerpoint/2010/main" val="1651898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024482-F668-6E35-2BB5-A9159C306900}"/>
              </a:ext>
            </a:extLst>
          </p:cNvPr>
          <p:cNvSpPr>
            <a:spLocks noGrp="1"/>
          </p:cNvSpPr>
          <p:nvPr>
            <p:ph type="dt" sz="half" idx="10"/>
          </p:nvPr>
        </p:nvSpPr>
        <p:spPr/>
        <p:txBody>
          <a:bodyPr/>
          <a:lstStyle>
            <a:lvl1pPr>
              <a:defRPr/>
            </a:lvl1pPr>
          </a:lstStyle>
          <a:p>
            <a:pPr>
              <a:defRPr/>
            </a:pPr>
            <a:fld id="{7D66A705-E82E-4A22-826B-62878612A128}" type="datetimeFigureOut">
              <a:rPr lang="en-US"/>
              <a:pPr>
                <a:defRPr/>
              </a:pPr>
              <a:t>3/23/2026</a:t>
            </a:fld>
            <a:endParaRPr lang="en-IN"/>
          </a:p>
        </p:txBody>
      </p:sp>
      <p:sp>
        <p:nvSpPr>
          <p:cNvPr id="5" name="Footer Placeholder 4">
            <a:extLst>
              <a:ext uri="{FF2B5EF4-FFF2-40B4-BE49-F238E27FC236}">
                <a16:creationId xmlns:a16="http://schemas.microsoft.com/office/drawing/2014/main" id="{EB238686-98F8-F3D6-2CA6-5DC5D0747C5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C7B02CA0-012A-98EC-14EA-7F209B539023}"/>
              </a:ext>
            </a:extLst>
          </p:cNvPr>
          <p:cNvSpPr>
            <a:spLocks noGrp="1"/>
          </p:cNvSpPr>
          <p:nvPr>
            <p:ph type="sldNum" sz="quarter" idx="12"/>
          </p:nvPr>
        </p:nvSpPr>
        <p:spPr/>
        <p:txBody>
          <a:bodyPr/>
          <a:lstStyle>
            <a:lvl1pPr>
              <a:defRPr/>
            </a:lvl1pPr>
          </a:lstStyle>
          <a:p>
            <a:fld id="{2A0C1F8B-D324-476B-908B-61074BFDDDB1}" type="slidenum">
              <a:rPr lang="en-IN" altLang="en-US"/>
              <a:pPr/>
              <a:t>‹#›</a:t>
            </a:fld>
            <a:endParaRPr lang="en-IN" altLang="en-US"/>
          </a:p>
        </p:txBody>
      </p:sp>
    </p:spTree>
    <p:extLst>
      <p:ext uri="{BB962C8B-B14F-4D97-AF65-F5344CB8AC3E}">
        <p14:creationId xmlns:p14="http://schemas.microsoft.com/office/powerpoint/2010/main" val="2580196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F43BA3-C776-B34C-DEF1-ED9DA2324327}"/>
              </a:ext>
            </a:extLst>
          </p:cNvPr>
          <p:cNvSpPr>
            <a:spLocks noGrp="1"/>
          </p:cNvSpPr>
          <p:nvPr>
            <p:ph type="dt" sz="half" idx="10"/>
          </p:nvPr>
        </p:nvSpPr>
        <p:spPr/>
        <p:txBody>
          <a:bodyPr/>
          <a:lstStyle>
            <a:lvl1pPr>
              <a:defRPr/>
            </a:lvl1pPr>
          </a:lstStyle>
          <a:p>
            <a:pPr>
              <a:defRPr/>
            </a:pPr>
            <a:fld id="{B5B2AF7A-49FC-43BC-9B04-6FF94F0E884B}" type="datetimeFigureOut">
              <a:rPr lang="en-US"/>
              <a:pPr>
                <a:defRPr/>
              </a:pPr>
              <a:t>3/23/2026</a:t>
            </a:fld>
            <a:endParaRPr lang="en-IN"/>
          </a:p>
        </p:txBody>
      </p:sp>
      <p:sp>
        <p:nvSpPr>
          <p:cNvPr id="5" name="Footer Placeholder 4">
            <a:extLst>
              <a:ext uri="{FF2B5EF4-FFF2-40B4-BE49-F238E27FC236}">
                <a16:creationId xmlns:a16="http://schemas.microsoft.com/office/drawing/2014/main" id="{0E9FC3FB-66EA-53AE-2BFC-6D1268935330}"/>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06CA9C5-930B-CBC2-C65F-37C572804494}"/>
              </a:ext>
            </a:extLst>
          </p:cNvPr>
          <p:cNvSpPr>
            <a:spLocks noGrp="1"/>
          </p:cNvSpPr>
          <p:nvPr>
            <p:ph type="sldNum" sz="quarter" idx="12"/>
          </p:nvPr>
        </p:nvSpPr>
        <p:spPr/>
        <p:txBody>
          <a:bodyPr/>
          <a:lstStyle>
            <a:lvl1pPr>
              <a:defRPr/>
            </a:lvl1pPr>
          </a:lstStyle>
          <a:p>
            <a:fld id="{9031E15B-B814-4B59-929E-F13010423BD5}" type="slidenum">
              <a:rPr lang="en-IN" altLang="en-US"/>
              <a:pPr/>
              <a:t>‹#›</a:t>
            </a:fld>
            <a:endParaRPr lang="en-IN" altLang="en-US"/>
          </a:p>
        </p:txBody>
      </p:sp>
    </p:spTree>
    <p:extLst>
      <p:ext uri="{BB962C8B-B14F-4D97-AF65-F5344CB8AC3E}">
        <p14:creationId xmlns:p14="http://schemas.microsoft.com/office/powerpoint/2010/main" val="3041052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0402A88-579B-2B22-40A0-786AC3276251}"/>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7507F0A5-1111-D004-45D8-E25489C673C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185F3BDD-C78B-C647-5E04-38C9A8D0901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7EBCDB51-5CA2-44A1-82BA-0C7F10627947}" type="datetimeFigureOut">
              <a:rPr lang="en-US"/>
              <a:pPr>
                <a:defRPr/>
              </a:pPr>
              <a:t>3/23/2026</a:t>
            </a:fld>
            <a:endParaRPr lang="en-IN"/>
          </a:p>
        </p:txBody>
      </p:sp>
      <p:sp>
        <p:nvSpPr>
          <p:cNvPr id="5" name="Footer Placeholder 4">
            <a:extLst>
              <a:ext uri="{FF2B5EF4-FFF2-40B4-BE49-F238E27FC236}">
                <a16:creationId xmlns:a16="http://schemas.microsoft.com/office/drawing/2014/main" id="{E60A1394-E42C-F727-1CE1-6F123312025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E75B69DA-35BE-FE35-ED70-A4E697CB3AF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fld id="{F80561DD-BBC4-4446-A680-A632E15760B9}"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audio" Target="../media/audio3.wav"/><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audio" Target="../media/audio4.wav"/><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audio" Target="../media/audio5.wav"/></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C48934ED-9C78-0450-4BCD-465232A74603}"/>
              </a:ext>
            </a:extLst>
          </p:cNvPr>
          <p:cNvSpPr>
            <a:spLocks noGrp="1"/>
          </p:cNvSpPr>
          <p:nvPr>
            <p:ph type="title"/>
          </p:nvPr>
        </p:nvSpPr>
        <p:spPr/>
        <p:txBody>
          <a:bodyPr/>
          <a:lstStyle/>
          <a:p>
            <a:pPr eaLnBrk="1" hangingPunct="1"/>
            <a:r>
              <a:rPr lang="en-IN" altLang="en-US" dirty="0">
                <a:latin typeface="Times New Roman" panose="02020603050405020304" pitchFamily="18" charset="0"/>
                <a:cs typeface="Times New Roman" panose="02020603050405020304" pitchFamily="18" charset="0"/>
              </a:rPr>
              <a:t>Binary Heap :Introduction to Heap</a:t>
            </a:r>
            <a:endParaRPr lang="en-IN" altLang="en-US" dirty="0"/>
          </a:p>
        </p:txBody>
      </p:sp>
      <p:sp>
        <p:nvSpPr>
          <p:cNvPr id="4099" name="Content Placeholder 2">
            <a:extLst>
              <a:ext uri="{FF2B5EF4-FFF2-40B4-BE49-F238E27FC236}">
                <a16:creationId xmlns:a16="http://schemas.microsoft.com/office/drawing/2014/main" id="{1F1C75A5-C52E-8EE2-FEC4-CCAEBAFE2FF5}"/>
              </a:ext>
            </a:extLst>
          </p:cNvPr>
          <p:cNvSpPr>
            <a:spLocks noGrp="1"/>
          </p:cNvSpPr>
          <p:nvPr>
            <p:ph idx="1"/>
          </p:nvPr>
        </p:nvSpPr>
        <p:spPr/>
        <p:txBody>
          <a:bodyPr/>
          <a:lstStyle/>
          <a:p>
            <a:pPr algn="just" eaLnBrk="1" hangingPunct="1"/>
            <a:r>
              <a:rPr lang="en-IN" altLang="en-US" sz="2000">
                <a:latin typeface="Times New Roman" panose="02020603050405020304" pitchFamily="18" charset="0"/>
                <a:cs typeface="Times New Roman" panose="02020603050405020304" pitchFamily="18" charset="0"/>
              </a:rPr>
              <a:t>A Binary Heap is a Binary Tree with following properties.</a:t>
            </a:r>
            <a:br>
              <a:rPr lang="en-IN" altLang="en-US" sz="2000">
                <a:latin typeface="Times New Roman" panose="02020603050405020304" pitchFamily="18" charset="0"/>
                <a:cs typeface="Times New Roman" panose="02020603050405020304" pitchFamily="18" charset="0"/>
              </a:rPr>
            </a:br>
            <a:r>
              <a:rPr lang="en-IN" altLang="en-US" sz="2000">
                <a:latin typeface="Times New Roman" panose="02020603050405020304" pitchFamily="18" charset="0"/>
                <a:cs typeface="Times New Roman" panose="02020603050405020304" pitchFamily="18" charset="0"/>
              </a:rPr>
              <a:t>1) It’s a complete tree (All levels are completely filled except possibly the last level and the last level has all keys as left as possible). This property of Binary Heap makes them suitable to be stored in an array.</a:t>
            </a:r>
          </a:p>
          <a:p>
            <a:pPr algn="just" eaLnBrk="1" hangingPunct="1"/>
            <a:r>
              <a:rPr lang="en-IN" altLang="en-US" sz="2000">
                <a:latin typeface="Times New Roman" panose="02020603050405020304" pitchFamily="18" charset="0"/>
                <a:cs typeface="Times New Roman" panose="02020603050405020304" pitchFamily="18" charset="0"/>
              </a:rPr>
              <a:t>2) A Binary Heap is either Min Heap or Max Heap. In a Min Binary Heap, the key at root must be minimum among all keys present in Binary Heap. The same property must be recursively true for all nodes in Binary Tree. Max Binary Heap is similar to MinHeap.</a:t>
            </a:r>
          </a:p>
          <a:p>
            <a:pPr eaLnBrk="1" hangingPunct="1"/>
            <a:endParaRPr lang="en-IN" altLang="en-US" sz="2000">
              <a:latin typeface="Times New Roman" panose="02020603050405020304" pitchFamily="18" charset="0"/>
              <a:cs typeface="Times New Roman" panose="02020603050405020304" pitchFamily="18" charset="0"/>
            </a:endParaRPr>
          </a:p>
        </p:txBody>
      </p:sp>
      <p:pic>
        <p:nvPicPr>
          <p:cNvPr id="5" name="Recorded Sound">
            <a:hlinkClick r:id="" action="ppaction://media"/>
            <a:extLst>
              <a:ext uri="{FF2B5EF4-FFF2-40B4-BE49-F238E27FC236}">
                <a16:creationId xmlns:a16="http://schemas.microsoft.com/office/drawing/2014/main" id="{D75B556C-B549-DF70-6EA1-6D9F680C82D1}"/>
              </a:ext>
            </a:extLst>
          </p:cNvPr>
          <p:cNvPicPr>
            <a:picLocks noRot="1" noChangeAspect="1"/>
          </p:cNvPicPr>
          <p:nvPr>
            <a:wavAudioFile r:embed="rId1" name="Recorded Sound"/>
          </p:nvPr>
        </p:nvPicPr>
        <p:blipFill>
          <a:blip r:embed="rId3">
            <a:extLst>
              <a:ext uri="{28A0092B-C50C-407E-A947-70E740481C1C}">
                <a14:useLocalDpi xmlns:a14="http://schemas.microsoft.com/office/drawing/2010/main" val="0"/>
              </a:ext>
            </a:extLst>
          </a:blip>
          <a:srcRect/>
          <a:stretch>
            <a:fillRect/>
          </a:stretch>
        </p:blipFill>
        <p:spPr bwMode="auto">
          <a:xfrm>
            <a:off x="4000500" y="528637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36000">
    <p:sndAc>
      <p:stSnd>
        <p:snd r:embed="rId1" name="Recorded Sound"/>
      </p:stSnd>
    </p:sndAc>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withEffect">
                                  <p:stCondLst>
                                    <p:cond delay="0"/>
                                  </p:stCondLst>
                                  <p:childTnLst>
                                    <p:cmd type="call" cmd="playFrom(0.0)">
                                      <p:cBhvr>
                                        <p:cTn id="6" dur="35594" fill="hold"/>
                                        <p:tgtEl>
                                          <p:spTgt spid="5"/>
                                        </p:tgtEl>
                                      </p:cBhvr>
                                    </p:cmd>
                                  </p:childTnLst>
                                </p:cTn>
                              </p:par>
                            </p:childTnLst>
                          </p:cTn>
                        </p:par>
                      </p:childTnLst>
                    </p:cTn>
                  </p:par>
                </p:childTnLst>
              </p:cTn>
              <p:nextCondLst>
                <p:cond evt="onClick" delay="0">
                  <p:tgtEl>
                    <p:spTgt spid="5"/>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21A45AA-5ED4-38DF-C7AF-80C01D4EDC5F}"/>
              </a:ext>
            </a:extLst>
          </p:cNvPr>
          <p:cNvSpPr>
            <a:spLocks noGrp="1"/>
          </p:cNvSpPr>
          <p:nvPr>
            <p:ph type="subTitle" idx="1"/>
          </p:nvPr>
        </p:nvSpPr>
        <p:spPr>
          <a:xfrm>
            <a:off x="571500" y="571500"/>
            <a:ext cx="7858125" cy="3929063"/>
          </a:xfrm>
        </p:spPr>
        <p:txBody>
          <a:bodyPr rtlCol="0">
            <a:normAutofit fontScale="77500" lnSpcReduction="20000"/>
          </a:bodyPr>
          <a:lstStyle/>
          <a:p>
            <a:pPr algn="just" eaLnBrk="1" hangingPunct="1">
              <a:spcAft>
                <a:spcPts val="0"/>
              </a:spcAft>
              <a:defRPr/>
            </a:pPr>
            <a:r>
              <a:rPr lang="en-IN" dirty="0">
                <a:solidFill>
                  <a:schemeClr val="tx1">
                    <a:lumMod val="65000"/>
                    <a:lumOff val="35000"/>
                  </a:schemeClr>
                </a:solidFill>
                <a:latin typeface="Times New Roman" pitchFamily="18" charset="0"/>
                <a:cs typeface="Times New Roman" pitchFamily="18" charset="0"/>
              </a:rPr>
              <a:t>Heaps can be of two types:</a:t>
            </a:r>
          </a:p>
          <a:p>
            <a:pPr algn="just" eaLnBrk="1" hangingPunct="1">
              <a:spcAft>
                <a:spcPts val="0"/>
              </a:spcAft>
              <a:defRPr/>
            </a:pPr>
            <a:endParaRPr lang="en-IN" b="1" dirty="0">
              <a:solidFill>
                <a:schemeClr val="tx1">
                  <a:lumMod val="65000"/>
                  <a:lumOff val="35000"/>
                </a:schemeClr>
              </a:solidFill>
              <a:latin typeface="Times New Roman" pitchFamily="18" charset="0"/>
              <a:cs typeface="Times New Roman" pitchFamily="18" charset="0"/>
            </a:endParaRPr>
          </a:p>
          <a:p>
            <a:pPr algn="just" eaLnBrk="1" hangingPunct="1">
              <a:spcAft>
                <a:spcPts val="0"/>
              </a:spcAft>
              <a:defRPr/>
            </a:pPr>
            <a:r>
              <a:rPr lang="en-IN" b="1" dirty="0">
                <a:solidFill>
                  <a:schemeClr val="tx1">
                    <a:lumMod val="65000"/>
                    <a:lumOff val="35000"/>
                  </a:schemeClr>
                </a:solidFill>
                <a:latin typeface="Times New Roman" pitchFamily="18" charset="0"/>
                <a:cs typeface="Times New Roman" pitchFamily="18" charset="0"/>
              </a:rPr>
              <a:t>Max-Heap</a:t>
            </a:r>
            <a:r>
              <a:rPr lang="en-IN" dirty="0">
                <a:solidFill>
                  <a:schemeClr val="tx1">
                    <a:lumMod val="65000"/>
                    <a:lumOff val="35000"/>
                  </a:schemeClr>
                </a:solidFill>
                <a:latin typeface="Times New Roman" pitchFamily="18" charset="0"/>
                <a:cs typeface="Times New Roman" pitchFamily="18" charset="0"/>
              </a:rPr>
              <a:t>: In a Max-Heap the key present at the root node must be greatest among the keys present at all of it’s children. The same property must be recursively true for all sub-trees in that Binary Tree.</a:t>
            </a:r>
          </a:p>
          <a:p>
            <a:pPr algn="just" eaLnBrk="1" hangingPunct="1">
              <a:spcAft>
                <a:spcPts val="0"/>
              </a:spcAft>
              <a:defRPr/>
            </a:pPr>
            <a:endParaRPr lang="en-IN" dirty="0">
              <a:solidFill>
                <a:schemeClr val="tx1">
                  <a:lumMod val="65000"/>
                  <a:lumOff val="35000"/>
                </a:schemeClr>
              </a:solidFill>
              <a:latin typeface="Times New Roman" pitchFamily="18" charset="0"/>
              <a:cs typeface="Times New Roman" pitchFamily="18" charset="0"/>
            </a:endParaRPr>
          </a:p>
          <a:p>
            <a:pPr algn="just" eaLnBrk="1" hangingPunct="1">
              <a:spcAft>
                <a:spcPts val="0"/>
              </a:spcAft>
              <a:defRPr/>
            </a:pPr>
            <a:r>
              <a:rPr lang="en-IN" b="1" dirty="0">
                <a:solidFill>
                  <a:schemeClr val="tx1">
                    <a:lumMod val="65000"/>
                    <a:lumOff val="35000"/>
                  </a:schemeClr>
                </a:solidFill>
                <a:latin typeface="Times New Roman" pitchFamily="18" charset="0"/>
                <a:cs typeface="Times New Roman" pitchFamily="18" charset="0"/>
              </a:rPr>
              <a:t>Min-Heap</a:t>
            </a:r>
            <a:r>
              <a:rPr lang="en-IN" dirty="0">
                <a:solidFill>
                  <a:schemeClr val="tx1">
                    <a:lumMod val="65000"/>
                    <a:lumOff val="35000"/>
                  </a:schemeClr>
                </a:solidFill>
                <a:latin typeface="Times New Roman" pitchFamily="18" charset="0"/>
                <a:cs typeface="Times New Roman" pitchFamily="18" charset="0"/>
              </a:rPr>
              <a:t>: In a Min-Heap the key present at the root node must be minimum among the keys present at all of it’s children. The same property must be recursively true for all sub-trees in that Binary Tree.</a:t>
            </a:r>
          </a:p>
          <a:p>
            <a:pPr eaLnBrk="1" fontAlgn="auto" hangingPunct="1">
              <a:spcAft>
                <a:spcPts val="0"/>
              </a:spcAft>
              <a:defRPr/>
            </a:pPr>
            <a:endParaRPr lang="en-IN" dirty="0">
              <a:solidFill>
                <a:schemeClr val="tx1">
                  <a:lumMod val="65000"/>
                  <a:lumOff val="35000"/>
                </a:schemeClr>
              </a:solidFill>
              <a:latin typeface="Times New Roman" pitchFamily="18" charset="0"/>
              <a:cs typeface="Times New Roman" pitchFamily="18" charset="0"/>
            </a:endParaRPr>
          </a:p>
        </p:txBody>
      </p:sp>
      <p:pic>
        <p:nvPicPr>
          <p:cNvPr id="4" name="Recorded Sound">
            <a:hlinkClick r:id="" action="ppaction://media"/>
            <a:extLst>
              <a:ext uri="{FF2B5EF4-FFF2-40B4-BE49-F238E27FC236}">
                <a16:creationId xmlns:a16="http://schemas.microsoft.com/office/drawing/2014/main" id="{50459BE9-58A9-C073-AFCD-A1639544F34E}"/>
              </a:ext>
            </a:extLst>
          </p:cNvPr>
          <p:cNvPicPr>
            <a:picLocks noRot="1" noChangeAspect="1"/>
          </p:cNvPicPr>
          <p:nvPr>
            <a:wavAudioFile r:embed="rId1" name="Recorded Sound"/>
          </p:nvPr>
        </p:nvPicPr>
        <p:blipFill>
          <a:blip r:embed="rId3">
            <a:extLst>
              <a:ext uri="{28A0092B-C50C-407E-A947-70E740481C1C}">
                <a14:useLocalDpi xmlns:a14="http://schemas.microsoft.com/office/drawing/2010/main" val="0"/>
              </a:ext>
            </a:extLst>
          </a:blip>
          <a:srcRect/>
          <a:stretch>
            <a:fillRect/>
          </a:stretch>
        </p:blipFill>
        <p:spPr bwMode="auto">
          <a:xfrm>
            <a:off x="357188" y="528637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30000">
    <p:sndAc>
      <p:stSnd>
        <p:snd r:embed="rId1" name="Recorded Sound"/>
      </p:stSnd>
    </p:sndAc>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4673"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
            <a:extLst>
              <a:ext uri="{FF2B5EF4-FFF2-40B4-BE49-F238E27FC236}">
                <a16:creationId xmlns:a16="http://schemas.microsoft.com/office/drawing/2014/main" id="{9D283D86-1035-9422-91C9-F80AD4782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857250"/>
            <a:ext cx="7929563"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Recorded Sound">
            <a:hlinkClick r:id="" action="ppaction://media"/>
            <a:extLst>
              <a:ext uri="{FF2B5EF4-FFF2-40B4-BE49-F238E27FC236}">
                <a16:creationId xmlns:a16="http://schemas.microsoft.com/office/drawing/2014/main" id="{2D6E34FB-ED22-96A9-A163-3740C916916E}"/>
              </a:ext>
            </a:extLst>
          </p:cNvPr>
          <p:cNvPicPr>
            <a:picLocks noRot="1" noChangeAspect="1"/>
          </p:cNvPicPr>
          <p:nvPr>
            <a:wavAudioFile r:embed="rId1" name="Recorded Sound"/>
          </p:nvPr>
        </p:nvPicPr>
        <p:blipFill>
          <a:blip r:embed="rId4">
            <a:extLst>
              <a:ext uri="{28A0092B-C50C-407E-A947-70E740481C1C}">
                <a14:useLocalDpi xmlns:a14="http://schemas.microsoft.com/office/drawing/2010/main" val="0"/>
              </a:ext>
            </a:extLst>
          </a:blip>
          <a:srcRect/>
          <a:stretch>
            <a:fillRect/>
          </a:stretch>
        </p:blipFill>
        <p:spPr bwMode="auto">
          <a:xfrm>
            <a:off x="4449763" y="33067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50000">
    <p:sndAc>
      <p:stSnd>
        <p:snd r:embed="rId1" name="Recorded Sound"/>
      </p:stSnd>
    </p:sndAc>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90469"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4A6C1F9-106E-F5E6-5B5C-2AF71B472EA8}"/>
              </a:ext>
            </a:extLst>
          </p:cNvPr>
          <p:cNvSpPr>
            <a:spLocks noGrp="1"/>
          </p:cNvSpPr>
          <p:nvPr>
            <p:ph type="title"/>
          </p:nvPr>
        </p:nvSpPr>
        <p:spPr/>
        <p:txBody>
          <a:bodyPr/>
          <a:lstStyle/>
          <a:p>
            <a:pPr eaLnBrk="1" hangingPunct="1"/>
            <a:r>
              <a:rPr lang="en-IN" altLang="en-US"/>
              <a:t>44, 30, 50, 22, 60, 55, 77, 55</a:t>
            </a:r>
          </a:p>
        </p:txBody>
      </p:sp>
      <p:pic>
        <p:nvPicPr>
          <p:cNvPr id="7171" name="Picture 2">
            <a:extLst>
              <a:ext uri="{FF2B5EF4-FFF2-40B4-BE49-F238E27FC236}">
                <a16:creationId xmlns:a16="http://schemas.microsoft.com/office/drawing/2014/main" id="{A9ADDB2F-BE1F-4770-FCDA-44388584AD5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28688" y="1608138"/>
            <a:ext cx="7215187" cy="4510087"/>
          </a:xfrm>
          <a:noFill/>
        </p:spPr>
      </p:pic>
      <p:pic>
        <p:nvPicPr>
          <p:cNvPr id="6" name="Recorded Sound">
            <a:hlinkClick r:id="" action="ppaction://media"/>
            <a:extLst>
              <a:ext uri="{FF2B5EF4-FFF2-40B4-BE49-F238E27FC236}">
                <a16:creationId xmlns:a16="http://schemas.microsoft.com/office/drawing/2014/main" id="{0212618F-EBF3-1F0F-33BC-C707D7B6FE32}"/>
              </a:ext>
            </a:extLst>
          </p:cNvPr>
          <p:cNvPicPr>
            <a:picLocks noRot="1" noChangeAspect="1"/>
          </p:cNvPicPr>
          <p:nvPr>
            <a:wavAudioFile r:embed="rId1" name="Recorded Sound"/>
          </p:nvPr>
        </p:nvPicPr>
        <p:blipFill>
          <a:blip r:embed="rId4">
            <a:extLst>
              <a:ext uri="{28A0092B-C50C-407E-A947-70E740481C1C}">
                <a14:useLocalDpi xmlns:a14="http://schemas.microsoft.com/office/drawing/2010/main" val="0"/>
              </a:ext>
            </a:extLst>
          </a:blip>
          <a:srcRect/>
          <a:stretch>
            <a:fillRect/>
          </a:stretch>
        </p:blipFill>
        <p:spPr bwMode="auto">
          <a:xfrm>
            <a:off x="4449763" y="33067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177000">
    <p:sndAc>
      <p:stSnd>
        <p:snd r:embed="rId1" name="Recorded Sound"/>
      </p:stSnd>
    </p:sndAc>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71223" fill="hold"/>
                                        <p:tgtEl>
                                          <p:spTgt spid="6"/>
                                        </p:tgtEl>
                                      </p:cBhvr>
                                    </p:cmd>
                                  </p:childTnLst>
                                </p:cTn>
                              </p:par>
                            </p:childTnLst>
                          </p:cTn>
                        </p:par>
                      </p:childTnLst>
                    </p:cTn>
                  </p:par>
                </p:childTnLst>
              </p:cTn>
              <p:nextCondLst>
                <p:cond evt="onClick" delay="0">
                  <p:tgtEl>
                    <p:spTgt spid="6"/>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A7CCBAC3-01B1-2385-134A-A10EB075805F}"/>
              </a:ext>
            </a:extLst>
          </p:cNvPr>
          <p:cNvSpPr>
            <a:spLocks noGrp="1"/>
          </p:cNvSpPr>
          <p:nvPr>
            <p:ph idx="1"/>
          </p:nvPr>
        </p:nvSpPr>
        <p:spPr>
          <a:xfrm>
            <a:off x="428625" y="857250"/>
            <a:ext cx="8229600" cy="5126038"/>
          </a:xfrm>
        </p:spPr>
        <p:txBody>
          <a:bodyPr/>
          <a:lstStyle/>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void </a:t>
            </a:r>
            <a:r>
              <a:rPr lang="en-US" altLang="en-US" sz="1600" dirty="0" err="1">
                <a:latin typeface="Times New Roman" panose="02020603050405020304" pitchFamily="18" charset="0"/>
                <a:cs typeface="Times New Roman" panose="02020603050405020304" pitchFamily="18" charset="0"/>
              </a:rPr>
              <a:t>insheap</a:t>
            </a:r>
            <a:r>
              <a:rPr lang="en-US" altLang="en-US" sz="1600" dirty="0">
                <a:latin typeface="Times New Roman" panose="02020603050405020304" pitchFamily="18" charset="0"/>
                <a:cs typeface="Times New Roman" panose="02020603050405020304" pitchFamily="18" charset="0"/>
              </a:rPr>
              <a:t>(int a[],int </a:t>
            </a:r>
            <a:r>
              <a:rPr lang="en-US" altLang="en-US" sz="1600" dirty="0" err="1">
                <a:latin typeface="Times New Roman" panose="02020603050405020304" pitchFamily="18" charset="0"/>
                <a:cs typeface="Times New Roman" panose="02020603050405020304" pitchFamily="18" charset="0"/>
              </a:rPr>
              <a:t>n,int</a:t>
            </a:r>
            <a:r>
              <a:rPr lang="en-US" altLang="en-US" sz="1600" dirty="0">
                <a:latin typeface="Times New Roman" panose="02020603050405020304" pitchFamily="18" charset="0"/>
                <a:cs typeface="Times New Roman" panose="02020603050405020304" pitchFamily="18" charset="0"/>
              </a:rPr>
              <a:t> item)</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n=n+1;</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ptr</a:t>
            </a:r>
            <a:r>
              <a:rPr lang="en-US" altLang="en-US" sz="1600" dirty="0">
                <a:latin typeface="Times New Roman" panose="02020603050405020304" pitchFamily="18" charset="0"/>
                <a:cs typeface="Times New Roman" panose="02020603050405020304" pitchFamily="18" charset="0"/>
              </a:rPr>
              <a:t>=n;</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while(</a:t>
            </a:r>
            <a:r>
              <a:rPr lang="en-US" altLang="en-US" sz="1600" dirty="0" err="1">
                <a:latin typeface="Times New Roman" panose="02020603050405020304" pitchFamily="18" charset="0"/>
                <a:cs typeface="Times New Roman" panose="02020603050405020304" pitchFamily="18" charset="0"/>
              </a:rPr>
              <a:t>ptr</a:t>
            </a:r>
            <a:r>
              <a:rPr lang="en-US" altLang="en-US" sz="1600" dirty="0">
                <a:latin typeface="Times New Roman" panose="02020603050405020304" pitchFamily="18" charset="0"/>
                <a:cs typeface="Times New Roman" panose="02020603050405020304" pitchFamily="18" charset="0"/>
              </a:rPr>
              <a:t>&gt;1)</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par=</a:t>
            </a:r>
            <a:r>
              <a:rPr lang="en-US" altLang="en-US" sz="1600" dirty="0" err="1">
                <a:latin typeface="Times New Roman" panose="02020603050405020304" pitchFamily="18" charset="0"/>
                <a:cs typeface="Times New Roman" panose="02020603050405020304" pitchFamily="18" charset="0"/>
              </a:rPr>
              <a:t>ptr</a:t>
            </a:r>
            <a:r>
              <a:rPr lang="en-US" altLang="en-US" sz="1600" dirty="0">
                <a:latin typeface="Times New Roman" panose="02020603050405020304" pitchFamily="18" charset="0"/>
                <a:cs typeface="Times New Roman" panose="02020603050405020304" pitchFamily="18" charset="0"/>
              </a:rPr>
              <a:t>/2;</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if(item&lt;=a[par])</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a:t>
            </a:r>
            <a:r>
              <a:rPr lang="en-US" altLang="en-US" sz="1600" dirty="0" err="1">
                <a:latin typeface="Times New Roman" panose="02020603050405020304" pitchFamily="18" charset="0"/>
                <a:cs typeface="Times New Roman" panose="02020603050405020304" pitchFamily="18" charset="0"/>
              </a:rPr>
              <a:t>ptr</a:t>
            </a:r>
            <a:r>
              <a:rPr lang="en-US" altLang="en-US" sz="1600" dirty="0">
                <a:latin typeface="Times New Roman" panose="02020603050405020304" pitchFamily="18" charset="0"/>
                <a:cs typeface="Times New Roman" panose="02020603050405020304" pitchFamily="18" charset="0"/>
              </a:rPr>
              <a:t>]=item;</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return;</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a:t>
            </a:r>
            <a:r>
              <a:rPr lang="en-US" altLang="en-US" sz="1600" dirty="0" err="1">
                <a:latin typeface="Times New Roman" panose="02020603050405020304" pitchFamily="18" charset="0"/>
                <a:cs typeface="Times New Roman" panose="02020603050405020304" pitchFamily="18" charset="0"/>
              </a:rPr>
              <a:t>ptr</a:t>
            </a:r>
            <a:r>
              <a:rPr lang="en-US" altLang="en-US" sz="1600" dirty="0">
                <a:latin typeface="Times New Roman" panose="02020603050405020304" pitchFamily="18" charset="0"/>
                <a:cs typeface="Times New Roman" panose="02020603050405020304" pitchFamily="18" charset="0"/>
              </a:rPr>
              <a:t>]=a[par];</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ptr</a:t>
            </a:r>
            <a:r>
              <a:rPr lang="en-US" altLang="en-US" sz="1600" dirty="0">
                <a:latin typeface="Times New Roman" panose="02020603050405020304" pitchFamily="18" charset="0"/>
                <a:cs typeface="Times New Roman" panose="02020603050405020304" pitchFamily="18" charset="0"/>
              </a:rPr>
              <a:t>=par;</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a[1]=item;</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return;</a:t>
            </a:r>
            <a:endParaRPr lang="en-IN" altLang="en-US" sz="16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p:txBody>
      </p:sp>
      <p:sp>
        <p:nvSpPr>
          <p:cNvPr id="8195" name="TextBox 3">
            <a:extLst>
              <a:ext uri="{FF2B5EF4-FFF2-40B4-BE49-F238E27FC236}">
                <a16:creationId xmlns:a16="http://schemas.microsoft.com/office/drawing/2014/main" id="{D81BC9CD-9A3F-9734-16E0-0539EE0DBA7B}"/>
              </a:ext>
            </a:extLst>
          </p:cNvPr>
          <p:cNvSpPr txBox="1">
            <a:spLocks noChangeArrowheads="1"/>
          </p:cNvSpPr>
          <p:nvPr/>
        </p:nvSpPr>
        <p:spPr bwMode="auto">
          <a:xfrm>
            <a:off x="642938" y="357188"/>
            <a:ext cx="7072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b="1" dirty="0">
                <a:latin typeface="Arial" panose="020B0604020202020204" pitchFamily="34" charset="0"/>
              </a:rPr>
              <a:t>Heap Operations : Inserting into a Heap</a:t>
            </a:r>
          </a:p>
        </p:txBody>
      </p:sp>
      <p:pic>
        <p:nvPicPr>
          <p:cNvPr id="4" name="Recorded Sound">
            <a:hlinkClick r:id="" action="ppaction://media"/>
            <a:extLst>
              <a:ext uri="{FF2B5EF4-FFF2-40B4-BE49-F238E27FC236}">
                <a16:creationId xmlns:a16="http://schemas.microsoft.com/office/drawing/2014/main" id="{0FEE75E8-0E20-FC44-4312-3FCDE735FBFA}"/>
              </a:ext>
            </a:extLst>
          </p:cNvPr>
          <p:cNvPicPr>
            <a:picLocks noRot="1" noChangeAspect="1"/>
          </p:cNvPicPr>
          <p:nvPr>
            <a:wavAudioFile r:embed="rId1" name="Recorded Sound"/>
          </p:nvPr>
        </p:nvPicPr>
        <p:blipFill>
          <a:blip r:embed="rId3">
            <a:extLst>
              <a:ext uri="{28A0092B-C50C-407E-A947-70E740481C1C}">
                <a14:useLocalDpi xmlns:a14="http://schemas.microsoft.com/office/drawing/2010/main" val="0"/>
              </a:ext>
            </a:extLst>
          </a:blip>
          <a:srcRect/>
          <a:stretch>
            <a:fillRect/>
          </a:stretch>
        </p:blipFill>
        <p:spPr bwMode="auto">
          <a:xfrm>
            <a:off x="4449763" y="328612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46000">
    <p:sndAc>
      <p:stSnd>
        <p:snd r:embed="rId1" name="Recorded Sound"/>
      </p:stSnd>
    </p:sndAc>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40064"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7B0B42A-48EE-5209-1739-C453C5589D91}"/>
              </a:ext>
            </a:extLst>
          </p:cNvPr>
          <p:cNvSpPr>
            <a:spLocks noGrp="1"/>
          </p:cNvSpPr>
          <p:nvPr>
            <p:ph sz="half" idx="1"/>
          </p:nvPr>
        </p:nvSpPr>
        <p:spPr>
          <a:xfrm>
            <a:off x="457200" y="260648"/>
            <a:ext cx="4038600" cy="5865515"/>
          </a:xfrm>
        </p:spPr>
        <p:txBody>
          <a:bodyPr/>
          <a:lstStyle/>
          <a:p>
            <a:pPr marL="0" indent="0">
              <a:buNone/>
            </a:pPr>
            <a:r>
              <a:rPr lang="en-IN" sz="2000" b="1" dirty="0"/>
              <a:t>Deletion into a heap</a:t>
            </a:r>
          </a:p>
          <a:p>
            <a:r>
              <a:rPr lang="en-IN" sz="1600" dirty="0"/>
              <a:t>int </a:t>
            </a:r>
            <a:r>
              <a:rPr lang="en-IN" sz="1600" dirty="0" err="1"/>
              <a:t>delheap</a:t>
            </a:r>
            <a:r>
              <a:rPr lang="en-IN" sz="1600" dirty="0"/>
              <a:t>(int a[], int n, int *item) {</a:t>
            </a:r>
          </a:p>
          <a:p>
            <a:r>
              <a:rPr lang="en-IN" sz="1600" dirty="0"/>
              <a:t>    int </a:t>
            </a:r>
            <a:r>
              <a:rPr lang="en-IN" sz="1600" dirty="0" err="1"/>
              <a:t>ptr</a:t>
            </a:r>
            <a:r>
              <a:rPr lang="en-IN" sz="1600" dirty="0"/>
              <a:t>, left, right, temp;</a:t>
            </a:r>
          </a:p>
          <a:p>
            <a:endParaRPr lang="en-IN" sz="1600" dirty="0"/>
          </a:p>
          <a:p>
            <a:r>
              <a:rPr lang="en-IN" sz="1600" dirty="0"/>
              <a:t>    *item = a[1];          // store root (max element)</a:t>
            </a:r>
          </a:p>
          <a:p>
            <a:r>
              <a:rPr lang="en-IN" sz="1600" dirty="0"/>
              <a:t>    temp = a[n];           // last element</a:t>
            </a:r>
          </a:p>
          <a:p>
            <a:r>
              <a:rPr lang="en-IN" sz="1600" dirty="0"/>
              <a:t>    n = n - 1;</a:t>
            </a:r>
          </a:p>
          <a:p>
            <a:endParaRPr lang="en-IN" sz="1600" dirty="0"/>
          </a:p>
          <a:p>
            <a:r>
              <a:rPr lang="en-IN" sz="1600" dirty="0"/>
              <a:t>    </a:t>
            </a:r>
            <a:r>
              <a:rPr lang="en-IN" sz="1600" dirty="0" err="1"/>
              <a:t>ptr</a:t>
            </a:r>
            <a:r>
              <a:rPr lang="en-IN" sz="1600" dirty="0"/>
              <a:t> = 1;</a:t>
            </a:r>
          </a:p>
          <a:p>
            <a:r>
              <a:rPr lang="en-IN" sz="1600" dirty="0"/>
              <a:t>    left = 2;</a:t>
            </a:r>
          </a:p>
          <a:p>
            <a:endParaRPr lang="en-IN" sz="1600" dirty="0"/>
          </a:p>
          <a:p>
            <a:r>
              <a:rPr lang="en-IN" sz="1600" dirty="0"/>
              <a:t>    while (left &lt;= n) {</a:t>
            </a:r>
          </a:p>
          <a:p>
            <a:r>
              <a:rPr lang="en-IN" sz="1600" dirty="0"/>
              <a:t>        right = left + 1;</a:t>
            </a:r>
          </a:p>
          <a:p>
            <a:endParaRPr lang="en-IN" sz="1600" dirty="0"/>
          </a:p>
          <a:p>
            <a:r>
              <a:rPr lang="en-IN" sz="1600" dirty="0"/>
              <a:t>        // find larger child</a:t>
            </a:r>
          </a:p>
          <a:p>
            <a:r>
              <a:rPr lang="en-IN" sz="1600" dirty="0"/>
              <a:t>        if (right &lt;= n &amp;&amp; a[right] &gt; a[left])</a:t>
            </a:r>
          </a:p>
          <a:p>
            <a:r>
              <a:rPr lang="en-IN" sz="1600" dirty="0"/>
              <a:t>            left = right;</a:t>
            </a:r>
          </a:p>
          <a:p>
            <a:endParaRPr lang="en-IN" sz="1600" dirty="0"/>
          </a:p>
          <a:p>
            <a:r>
              <a:rPr lang="en-IN" sz="1600" dirty="0"/>
              <a:t>        // place temp at correct position</a:t>
            </a:r>
          </a:p>
        </p:txBody>
      </p:sp>
      <p:sp>
        <p:nvSpPr>
          <p:cNvPr id="6" name="Content Placeholder 5">
            <a:extLst>
              <a:ext uri="{FF2B5EF4-FFF2-40B4-BE49-F238E27FC236}">
                <a16:creationId xmlns:a16="http://schemas.microsoft.com/office/drawing/2014/main" id="{A15C05A1-4448-02CE-AD19-6424D3145568}"/>
              </a:ext>
            </a:extLst>
          </p:cNvPr>
          <p:cNvSpPr>
            <a:spLocks noGrp="1"/>
          </p:cNvSpPr>
          <p:nvPr>
            <p:ph sz="half" idx="2"/>
          </p:nvPr>
        </p:nvSpPr>
        <p:spPr>
          <a:xfrm>
            <a:off x="4648200" y="260648"/>
            <a:ext cx="4038600" cy="5865515"/>
          </a:xfrm>
        </p:spPr>
        <p:txBody>
          <a:bodyPr/>
          <a:lstStyle/>
          <a:p>
            <a:r>
              <a:rPr lang="en-US" sz="1600" dirty="0"/>
              <a:t>if (temp &gt;= a[left])</a:t>
            </a:r>
          </a:p>
          <a:p>
            <a:r>
              <a:rPr lang="en-US" sz="1600" dirty="0"/>
              <a:t>            break;</a:t>
            </a:r>
          </a:p>
          <a:p>
            <a:endParaRPr lang="en-US" sz="1600" dirty="0"/>
          </a:p>
          <a:p>
            <a:r>
              <a:rPr lang="en-US" sz="1600" dirty="0"/>
              <a:t>        a[</a:t>
            </a:r>
            <a:r>
              <a:rPr lang="en-US" sz="1600" dirty="0" err="1"/>
              <a:t>ptr</a:t>
            </a:r>
            <a:r>
              <a:rPr lang="en-US" sz="1600" dirty="0"/>
              <a:t>] = a[left];</a:t>
            </a:r>
          </a:p>
          <a:p>
            <a:r>
              <a:rPr lang="en-US" sz="1600" dirty="0"/>
              <a:t>        </a:t>
            </a:r>
            <a:r>
              <a:rPr lang="en-US" sz="1600" dirty="0" err="1"/>
              <a:t>ptr</a:t>
            </a:r>
            <a:r>
              <a:rPr lang="en-US" sz="1600" dirty="0"/>
              <a:t> = left;</a:t>
            </a:r>
          </a:p>
          <a:p>
            <a:r>
              <a:rPr lang="en-US" sz="1600" dirty="0"/>
              <a:t>        left = 2 * </a:t>
            </a:r>
            <a:r>
              <a:rPr lang="en-US" sz="1600" dirty="0" err="1"/>
              <a:t>ptr</a:t>
            </a:r>
            <a:r>
              <a:rPr lang="en-US" sz="1600" dirty="0"/>
              <a:t>;</a:t>
            </a:r>
          </a:p>
          <a:p>
            <a:r>
              <a:rPr lang="en-US" sz="1600" dirty="0"/>
              <a:t>    }</a:t>
            </a:r>
          </a:p>
          <a:p>
            <a:endParaRPr lang="en-US" sz="1600" dirty="0"/>
          </a:p>
          <a:p>
            <a:r>
              <a:rPr lang="en-US" sz="1600" dirty="0"/>
              <a:t>    a[</a:t>
            </a:r>
            <a:r>
              <a:rPr lang="en-US" sz="1600" dirty="0" err="1"/>
              <a:t>ptr</a:t>
            </a:r>
            <a:r>
              <a:rPr lang="en-US" sz="1600" dirty="0"/>
              <a:t>] = temp;</a:t>
            </a:r>
          </a:p>
          <a:p>
            <a:r>
              <a:rPr lang="en-US" sz="1600" dirty="0"/>
              <a:t>    return n;</a:t>
            </a:r>
          </a:p>
          <a:p>
            <a:r>
              <a:rPr lang="en-US" sz="1600" dirty="0"/>
              <a:t>}</a:t>
            </a:r>
            <a:endParaRPr lang="en-IN" sz="1600" dirty="0"/>
          </a:p>
        </p:txBody>
      </p:sp>
    </p:spTree>
    <p:extLst>
      <p:ext uri="{BB962C8B-B14F-4D97-AF65-F5344CB8AC3E}">
        <p14:creationId xmlns:p14="http://schemas.microsoft.com/office/powerpoint/2010/main" val="3943928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C343-6087-C463-3FA6-5B3FAD61F23A}"/>
              </a:ext>
            </a:extLst>
          </p:cNvPr>
          <p:cNvSpPr>
            <a:spLocks noGrp="1"/>
          </p:cNvSpPr>
          <p:nvPr>
            <p:ph type="title"/>
          </p:nvPr>
        </p:nvSpPr>
        <p:spPr/>
        <p:txBody>
          <a:bodyPr/>
          <a:lstStyle/>
          <a:p>
            <a:r>
              <a:rPr lang="en-US" dirty="0"/>
              <a:t>Heap Sort</a:t>
            </a:r>
            <a:endParaRPr lang="en-IN" dirty="0"/>
          </a:p>
        </p:txBody>
      </p:sp>
      <p:sp>
        <p:nvSpPr>
          <p:cNvPr id="3" name="Content Placeholder 2">
            <a:extLst>
              <a:ext uri="{FF2B5EF4-FFF2-40B4-BE49-F238E27FC236}">
                <a16:creationId xmlns:a16="http://schemas.microsoft.com/office/drawing/2014/main" id="{41F5A802-4C92-FD16-E7EB-221A45B38F14}"/>
              </a:ext>
            </a:extLst>
          </p:cNvPr>
          <p:cNvSpPr>
            <a:spLocks noGrp="1"/>
          </p:cNvSpPr>
          <p:nvPr>
            <p:ph sz="half" idx="1"/>
          </p:nvPr>
        </p:nvSpPr>
        <p:spPr>
          <a:xfrm>
            <a:off x="457200" y="1600200"/>
            <a:ext cx="6563072" cy="4205064"/>
          </a:xfrm>
        </p:spPr>
        <p:txBody>
          <a:bodyPr/>
          <a:lstStyle/>
          <a:p>
            <a:r>
              <a:rPr lang="en-IN" sz="1600" dirty="0"/>
              <a:t>void heapsort(int a[], int n) {</a:t>
            </a:r>
            <a:br>
              <a:rPr lang="en-IN" sz="1600" dirty="0"/>
            </a:br>
            <a:r>
              <a:rPr lang="en-IN" sz="1600" dirty="0"/>
              <a:t>int </a:t>
            </a:r>
            <a:r>
              <a:rPr lang="en-IN" sz="1600" dirty="0" err="1"/>
              <a:t>i</a:t>
            </a:r>
            <a:r>
              <a:rPr lang="en-IN" sz="1600" dirty="0"/>
              <a:t>, item;</a:t>
            </a:r>
            <a:br>
              <a:rPr lang="en-IN" sz="1600" dirty="0"/>
            </a:br>
            <a:br>
              <a:rPr lang="en-IN" sz="1600" dirty="0"/>
            </a:br>
            <a:r>
              <a:rPr lang="en-IN" sz="1600" dirty="0"/>
              <a:t>// Build heap (using your insertion)</a:t>
            </a:r>
            <a:br>
              <a:rPr lang="en-IN" sz="1600" dirty="0"/>
            </a:br>
            <a:r>
              <a:rPr lang="en-IN" sz="1600" dirty="0"/>
              <a:t>for (</a:t>
            </a:r>
            <a:r>
              <a:rPr lang="en-IN" sz="1600" dirty="0" err="1"/>
              <a:t>i</a:t>
            </a:r>
            <a:r>
              <a:rPr lang="en-IN" sz="1600" dirty="0"/>
              <a:t> = 2; </a:t>
            </a:r>
            <a:r>
              <a:rPr lang="en-IN" sz="1600" dirty="0" err="1"/>
              <a:t>i</a:t>
            </a:r>
            <a:r>
              <a:rPr lang="en-IN" sz="1600" dirty="0"/>
              <a:t> &lt;= n; </a:t>
            </a:r>
            <a:r>
              <a:rPr lang="en-IN" sz="1600" dirty="0" err="1"/>
              <a:t>i</a:t>
            </a:r>
            <a:r>
              <a:rPr lang="en-IN" sz="1600" dirty="0"/>
              <a:t>++) {</a:t>
            </a:r>
            <a:br>
              <a:rPr lang="en-IN" sz="1600" dirty="0"/>
            </a:br>
            <a:r>
              <a:rPr lang="en-IN" sz="1600" dirty="0" err="1"/>
              <a:t>insheap</a:t>
            </a:r>
            <a:r>
              <a:rPr lang="en-IN" sz="1600" dirty="0"/>
              <a:t>(a, </a:t>
            </a:r>
            <a:r>
              <a:rPr lang="en-IN" sz="1600" dirty="0" err="1"/>
              <a:t>i</a:t>
            </a:r>
            <a:r>
              <a:rPr lang="en-IN" sz="1600" dirty="0"/>
              <a:t> - 1, a[</a:t>
            </a:r>
            <a:r>
              <a:rPr lang="en-IN" sz="1600" dirty="0" err="1"/>
              <a:t>i</a:t>
            </a:r>
            <a:r>
              <a:rPr lang="en-IN" sz="1600" dirty="0"/>
              <a:t>]);</a:t>
            </a:r>
            <a:br>
              <a:rPr lang="en-IN" sz="1600" dirty="0"/>
            </a:br>
            <a:r>
              <a:rPr lang="en-IN" sz="1600" dirty="0"/>
              <a:t>}</a:t>
            </a:r>
            <a:br>
              <a:rPr lang="en-IN" sz="1600" dirty="0"/>
            </a:br>
            <a:br>
              <a:rPr lang="en-IN" sz="1600" dirty="0"/>
            </a:br>
            <a:r>
              <a:rPr lang="en-IN" sz="1600" dirty="0"/>
              <a:t>// Repeated deletion</a:t>
            </a:r>
            <a:br>
              <a:rPr lang="en-IN" sz="1600" dirty="0"/>
            </a:br>
            <a:r>
              <a:rPr lang="en-IN" sz="1600" dirty="0"/>
              <a:t>for (</a:t>
            </a:r>
            <a:r>
              <a:rPr lang="en-IN" sz="1600" dirty="0" err="1"/>
              <a:t>i</a:t>
            </a:r>
            <a:r>
              <a:rPr lang="en-IN" sz="1600" dirty="0"/>
              <a:t> = n; </a:t>
            </a:r>
            <a:r>
              <a:rPr lang="en-IN" sz="1600" dirty="0" err="1"/>
              <a:t>i</a:t>
            </a:r>
            <a:r>
              <a:rPr lang="en-IN" sz="1600" dirty="0"/>
              <a:t> &gt;= 2; </a:t>
            </a:r>
            <a:r>
              <a:rPr lang="en-IN" sz="1600" dirty="0" err="1"/>
              <a:t>i</a:t>
            </a:r>
            <a:r>
              <a:rPr lang="en-IN" sz="1600" dirty="0"/>
              <a:t>--) {</a:t>
            </a:r>
            <a:br>
              <a:rPr lang="en-IN" sz="1600" dirty="0"/>
            </a:br>
            <a:r>
              <a:rPr lang="en-IN" sz="1600" dirty="0"/>
              <a:t>n = </a:t>
            </a:r>
            <a:r>
              <a:rPr lang="en-IN" sz="1600" dirty="0" err="1"/>
              <a:t>delheap</a:t>
            </a:r>
            <a:r>
              <a:rPr lang="en-IN" sz="1600" dirty="0"/>
              <a:t>(a, n, &amp;item);</a:t>
            </a:r>
            <a:br>
              <a:rPr lang="en-IN" sz="1600" dirty="0"/>
            </a:br>
            <a:r>
              <a:rPr lang="en-IN" sz="1600" dirty="0"/>
              <a:t>a[</a:t>
            </a:r>
            <a:r>
              <a:rPr lang="en-IN" sz="1600" dirty="0" err="1"/>
              <a:t>i</a:t>
            </a:r>
            <a:r>
              <a:rPr lang="en-IN" sz="1600" dirty="0"/>
              <a:t>] = item; // place max at end</a:t>
            </a:r>
            <a:br>
              <a:rPr lang="en-IN" sz="1600" dirty="0"/>
            </a:br>
            <a:r>
              <a:rPr lang="en-IN" sz="1600" dirty="0"/>
              <a:t>}</a:t>
            </a:r>
            <a:br>
              <a:rPr lang="en-IN" sz="1600" dirty="0"/>
            </a:br>
            <a:r>
              <a:rPr lang="en-IN" sz="1600" dirty="0"/>
              <a:t>}</a:t>
            </a:r>
          </a:p>
        </p:txBody>
      </p:sp>
    </p:spTree>
    <p:extLst>
      <p:ext uri="{BB962C8B-B14F-4D97-AF65-F5344CB8AC3E}">
        <p14:creationId xmlns:p14="http://schemas.microsoft.com/office/powerpoint/2010/main" val="3841322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6BDC-30F4-EE59-B8BA-AB12BFD0D5C8}"/>
              </a:ext>
            </a:extLst>
          </p:cNvPr>
          <p:cNvSpPr>
            <a:spLocks noGrp="1"/>
          </p:cNvSpPr>
          <p:nvPr>
            <p:ph type="title"/>
          </p:nvPr>
        </p:nvSpPr>
        <p:spPr/>
        <p:txBody>
          <a:bodyPr/>
          <a:lstStyle/>
          <a:p>
            <a:r>
              <a:rPr lang="en-US" dirty="0"/>
              <a:t>Applications of heap</a:t>
            </a:r>
            <a:endParaRPr lang="en-IN" dirty="0"/>
          </a:p>
        </p:txBody>
      </p:sp>
      <p:sp>
        <p:nvSpPr>
          <p:cNvPr id="5" name="Rectangle 1">
            <a:extLst>
              <a:ext uri="{FF2B5EF4-FFF2-40B4-BE49-F238E27FC236}">
                <a16:creationId xmlns:a16="http://schemas.microsoft.com/office/drawing/2014/main" id="{F1FC4E8F-9D95-807D-909E-1064D1838F68}"/>
              </a:ext>
            </a:extLst>
          </p:cNvPr>
          <p:cNvSpPr>
            <a:spLocks noGrp="1" noChangeArrowheads="1"/>
          </p:cNvSpPr>
          <p:nvPr>
            <p:ph sz="half" idx="1"/>
          </p:nvPr>
        </p:nvSpPr>
        <p:spPr bwMode="auto">
          <a:xfrm>
            <a:off x="457201" y="2238472"/>
            <a:ext cx="577098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rPr>
              <a:t>Priority queues implementation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rPr>
              <a:t>Heap sort for efficient sorting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rPr>
              <a:t>Used in graph algorithms like Dijkstra’s and Prim’s </a:t>
            </a:r>
          </a:p>
        </p:txBody>
      </p:sp>
    </p:spTree>
    <p:extLst>
      <p:ext uri="{BB962C8B-B14F-4D97-AF65-F5344CB8AC3E}">
        <p14:creationId xmlns:p14="http://schemas.microsoft.com/office/powerpoint/2010/main" val="900862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93394-AD25-22D3-CFB9-AD9704027A66}"/>
              </a:ext>
            </a:extLst>
          </p:cNvPr>
          <p:cNvSpPr>
            <a:spLocks noGrp="1"/>
          </p:cNvSpPr>
          <p:nvPr>
            <p:ph type="title"/>
          </p:nvPr>
        </p:nvSpPr>
        <p:spPr>
          <a:xfrm>
            <a:off x="457200" y="557808"/>
            <a:ext cx="8229600" cy="1143000"/>
          </a:xfrm>
        </p:spPr>
        <p:txBody>
          <a:bodyPr/>
          <a:lstStyle/>
          <a:p>
            <a:r>
              <a:rPr lang="en-US" b="1" dirty="0"/>
              <a:t>Priority Queue using Heap :</a:t>
            </a:r>
            <a:br>
              <a:rPr lang="en-US" dirty="0"/>
            </a:br>
            <a:endParaRPr lang="en-IN" dirty="0"/>
          </a:p>
        </p:txBody>
      </p:sp>
      <p:sp>
        <p:nvSpPr>
          <p:cNvPr id="3" name="Content Placeholder 2">
            <a:extLst>
              <a:ext uri="{FF2B5EF4-FFF2-40B4-BE49-F238E27FC236}">
                <a16:creationId xmlns:a16="http://schemas.microsoft.com/office/drawing/2014/main" id="{6DE9187F-D7A9-A285-8391-B718CE43228D}"/>
              </a:ext>
            </a:extLst>
          </p:cNvPr>
          <p:cNvSpPr>
            <a:spLocks noGrp="1"/>
          </p:cNvSpPr>
          <p:nvPr>
            <p:ph sz="half" idx="1"/>
          </p:nvPr>
        </p:nvSpPr>
        <p:spPr>
          <a:xfrm>
            <a:off x="457200" y="1600200"/>
            <a:ext cx="7283152" cy="4525963"/>
          </a:xfrm>
        </p:spPr>
        <p:txBody>
          <a:bodyPr/>
          <a:lstStyle/>
          <a:p>
            <a:r>
              <a:rPr lang="en-US" dirty="0"/>
              <a:t>A heap (usually max-heap or min-heap) is used to store elements with priorities. </a:t>
            </a:r>
          </a:p>
          <a:p>
            <a:r>
              <a:rPr lang="en-US" b="1" dirty="0"/>
              <a:t>Insertion:</a:t>
            </a:r>
            <a:r>
              <a:rPr lang="en-US" dirty="0"/>
              <a:t> Add element at end and adjust (</a:t>
            </a:r>
            <a:r>
              <a:rPr lang="en-US" dirty="0" err="1"/>
              <a:t>heapify</a:t>
            </a:r>
            <a:r>
              <a:rPr lang="en-US" dirty="0"/>
              <a:t>-up) to maintain heap property. </a:t>
            </a:r>
          </a:p>
          <a:p>
            <a:r>
              <a:rPr lang="en-US" b="1" dirty="0"/>
              <a:t>Deletion:</a:t>
            </a:r>
            <a:r>
              <a:rPr lang="en-US" dirty="0"/>
              <a:t> Remove root (highest/lowest priority), replace with last element, and adjust (</a:t>
            </a:r>
            <a:r>
              <a:rPr lang="en-US" dirty="0" err="1"/>
              <a:t>heapify</a:t>
            </a:r>
            <a:r>
              <a:rPr lang="en-US" dirty="0"/>
              <a:t>-down).</a:t>
            </a:r>
          </a:p>
          <a:p>
            <a:endParaRPr lang="en-IN" dirty="0"/>
          </a:p>
        </p:txBody>
      </p:sp>
    </p:spTree>
    <p:extLst>
      <p:ext uri="{BB962C8B-B14F-4D97-AF65-F5344CB8AC3E}">
        <p14:creationId xmlns:p14="http://schemas.microsoft.com/office/powerpoint/2010/main" val="1452077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TotalTime>
  <Words>670</Words>
  <Application>Microsoft Office PowerPoint</Application>
  <PresentationFormat>On-screen Show (4:3)</PresentationFormat>
  <Paragraphs>70</Paragraphs>
  <Slides>9</Slides>
  <Notes>0</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Binary Heap :Introduction to Heap</vt:lpstr>
      <vt:lpstr>PowerPoint Presentation</vt:lpstr>
      <vt:lpstr>PowerPoint Presentation</vt:lpstr>
      <vt:lpstr>44, 30, 50, 22, 60, 55, 77, 55</vt:lpstr>
      <vt:lpstr>PowerPoint Presentation</vt:lpstr>
      <vt:lpstr>PowerPoint Presentation</vt:lpstr>
      <vt:lpstr>Heap Sort</vt:lpstr>
      <vt:lpstr>Applications of heap</vt:lpstr>
      <vt:lpstr>Priority Queue using Heap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Thind</cp:lastModifiedBy>
  <cp:revision>27</cp:revision>
  <dcterms:created xsi:type="dcterms:W3CDTF">2020-03-17T09:10:40Z</dcterms:created>
  <dcterms:modified xsi:type="dcterms:W3CDTF">2026-03-23T09:52:00Z</dcterms:modified>
</cp:coreProperties>
</file>